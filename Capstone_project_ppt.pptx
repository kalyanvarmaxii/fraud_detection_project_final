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8"/>
  </p:notesMasterIdLst>
  <p:sldIdLst>
    <p:sldId id="256" r:id="rId2"/>
    <p:sldId id="715" r:id="rId3"/>
    <p:sldId id="714" r:id="rId4"/>
    <p:sldId id="733" r:id="rId5"/>
    <p:sldId id="716" r:id="rId6"/>
    <p:sldId id="717" r:id="rId7"/>
    <p:sldId id="719" r:id="rId8"/>
    <p:sldId id="718" r:id="rId9"/>
    <p:sldId id="732" r:id="rId10"/>
    <p:sldId id="721" r:id="rId11"/>
    <p:sldId id="722" r:id="rId12"/>
    <p:sldId id="731" r:id="rId13"/>
    <p:sldId id="724" r:id="rId14"/>
    <p:sldId id="734" r:id="rId15"/>
    <p:sldId id="730" r:id="rId16"/>
    <p:sldId id="30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FA0639-9A22-4607-AE0C-927B868FE6E6}" v="317" dt="2025-12-26T18:27:12.0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82" autoAdjust="0"/>
    <p:restoredTop sz="93447" autoAdjust="0"/>
  </p:normalViewPr>
  <p:slideViewPr>
    <p:cSldViewPr snapToGrid="0">
      <p:cViewPr varScale="1">
        <p:scale>
          <a:sx n="103" d="100"/>
          <a:sy n="103" d="100"/>
        </p:scale>
        <p:origin x="570" y="114"/>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lyan varma" userId="33543a464cdd2c22" providerId="LiveId" clId="{22CB355C-0C20-4D5D-BD34-CF5BB5B6CE49}"/>
    <pc:docChg chg="undo redo custSel addSld delSld modSld sldOrd">
      <pc:chgData name="kalyan varma" userId="33543a464cdd2c22" providerId="LiveId" clId="{22CB355C-0C20-4D5D-BD34-CF5BB5B6CE49}" dt="2025-12-26T18:28:08.803" v="4855" actId="1076"/>
      <pc:docMkLst>
        <pc:docMk/>
      </pc:docMkLst>
      <pc:sldChg chg="modSp mod">
        <pc:chgData name="kalyan varma" userId="33543a464cdd2c22" providerId="LiveId" clId="{22CB355C-0C20-4D5D-BD34-CF5BB5B6CE49}" dt="2025-12-26T18:28:08.803" v="4855" actId="1076"/>
        <pc:sldMkLst>
          <pc:docMk/>
          <pc:sldMk cId="1024334718" sldId="256"/>
        </pc:sldMkLst>
        <pc:spChg chg="mod">
          <ac:chgData name="kalyan varma" userId="33543a464cdd2c22" providerId="LiveId" clId="{22CB355C-0C20-4D5D-BD34-CF5BB5B6CE49}" dt="2025-12-26T18:28:08.803" v="4855" actId="1076"/>
          <ac:spMkLst>
            <pc:docMk/>
            <pc:sldMk cId="1024334718" sldId="256"/>
            <ac:spMk id="2" creationId="{1A225F15-9B21-01FF-BD6D-D04F30F7A091}"/>
          </ac:spMkLst>
        </pc:spChg>
      </pc:sldChg>
      <pc:sldChg chg="addSp delSp modSp mod">
        <pc:chgData name="kalyan varma" userId="33543a464cdd2c22" providerId="LiveId" clId="{22CB355C-0C20-4D5D-BD34-CF5BB5B6CE49}" dt="2025-12-26T10:08:11.081" v="2489" actId="1076"/>
        <pc:sldMkLst>
          <pc:docMk/>
          <pc:sldMk cId="1953804542" sldId="714"/>
        </pc:sldMkLst>
        <pc:spChg chg="mod">
          <ac:chgData name="kalyan varma" userId="33543a464cdd2c22" providerId="LiveId" clId="{22CB355C-0C20-4D5D-BD34-CF5BB5B6CE49}" dt="2025-12-26T10:06:29.522" v="2480" actId="1076"/>
          <ac:spMkLst>
            <pc:docMk/>
            <pc:sldMk cId="1953804542" sldId="714"/>
            <ac:spMk id="2" creationId="{C938B360-A630-EE21-210D-844E85048949}"/>
          </ac:spMkLst>
        </pc:spChg>
        <pc:spChg chg="del mod">
          <ac:chgData name="kalyan varma" userId="33543a464cdd2c22" providerId="LiveId" clId="{22CB355C-0C20-4D5D-BD34-CF5BB5B6CE49}" dt="2025-12-26T07:34:16.254" v="1737" actId="12084"/>
          <ac:spMkLst>
            <pc:docMk/>
            <pc:sldMk cId="1953804542" sldId="714"/>
            <ac:spMk id="4" creationId="{F3B30AA1-D6D8-BC73-6602-3899304A7DD1}"/>
          </ac:spMkLst>
        </pc:spChg>
        <pc:spChg chg="add mod">
          <ac:chgData name="kalyan varma" userId="33543a464cdd2c22" providerId="LiveId" clId="{22CB355C-0C20-4D5D-BD34-CF5BB5B6CE49}" dt="2025-12-26T10:06:36.637" v="2481" actId="1076"/>
          <ac:spMkLst>
            <pc:docMk/>
            <pc:sldMk cId="1953804542" sldId="714"/>
            <ac:spMk id="6" creationId="{9269A633-BD2F-B30B-61D5-9880BE462620}"/>
          </ac:spMkLst>
        </pc:spChg>
        <pc:spChg chg="add mod">
          <ac:chgData name="kalyan varma" userId="33543a464cdd2c22" providerId="LiveId" clId="{22CB355C-0C20-4D5D-BD34-CF5BB5B6CE49}" dt="2025-12-26T10:07:42.980" v="2488" actId="1076"/>
          <ac:spMkLst>
            <pc:docMk/>
            <pc:sldMk cId="1953804542" sldId="714"/>
            <ac:spMk id="13" creationId="{B04DBB58-4483-01F9-0A53-F97253C8C661}"/>
          </ac:spMkLst>
        </pc:spChg>
        <pc:spChg chg="add del mod">
          <ac:chgData name="kalyan varma" userId="33543a464cdd2c22" providerId="LiveId" clId="{22CB355C-0C20-4D5D-BD34-CF5BB5B6CE49}" dt="2025-12-26T10:07:38.272" v="2487" actId="21"/>
          <ac:spMkLst>
            <pc:docMk/>
            <pc:sldMk cId="1953804542" sldId="714"/>
            <ac:spMk id="14" creationId="{CE504179-0956-E3B1-913A-D368BEED6C96}"/>
          </ac:spMkLst>
        </pc:spChg>
        <pc:graphicFrameChg chg="add del mod modGraphic">
          <ac:chgData name="kalyan varma" userId="33543a464cdd2c22" providerId="LiveId" clId="{22CB355C-0C20-4D5D-BD34-CF5BB5B6CE49}" dt="2025-12-26T09:29:25.670" v="1858" actId="478"/>
          <ac:graphicFrameMkLst>
            <pc:docMk/>
            <pc:sldMk cId="1953804542" sldId="714"/>
            <ac:graphicFrameMk id="3" creationId="{556B9034-7351-995D-F31D-2A2FDA2239F7}"/>
          </ac:graphicFrameMkLst>
        </pc:graphicFrameChg>
        <pc:picChg chg="add del mod">
          <ac:chgData name="kalyan varma" userId="33543a464cdd2c22" providerId="LiveId" clId="{22CB355C-0C20-4D5D-BD34-CF5BB5B6CE49}" dt="2025-12-25T08:24:18.228" v="11" actId="21"/>
          <ac:picMkLst>
            <pc:docMk/>
            <pc:sldMk cId="1953804542" sldId="714"/>
            <ac:picMk id="5" creationId="{0E9DE11B-24CA-5B0B-D6DE-E7471664ED38}"/>
          </ac:picMkLst>
        </pc:picChg>
        <pc:picChg chg="add mod">
          <ac:chgData name="kalyan varma" userId="33543a464cdd2c22" providerId="LiveId" clId="{22CB355C-0C20-4D5D-BD34-CF5BB5B6CE49}" dt="2025-12-26T10:06:43.343" v="2482" actId="1076"/>
          <ac:picMkLst>
            <pc:docMk/>
            <pc:sldMk cId="1953804542" sldId="714"/>
            <ac:picMk id="8" creationId="{7D64550B-C32E-2AEC-0B0E-46372A8B3C43}"/>
          </ac:picMkLst>
        </pc:picChg>
        <pc:picChg chg="add mod">
          <ac:chgData name="kalyan varma" userId="33543a464cdd2c22" providerId="LiveId" clId="{22CB355C-0C20-4D5D-BD34-CF5BB5B6CE49}" dt="2025-12-26T10:08:11.081" v="2489" actId="1076"/>
          <ac:picMkLst>
            <pc:docMk/>
            <pc:sldMk cId="1953804542" sldId="714"/>
            <ac:picMk id="10" creationId="{F4003EDB-865A-4817-47F2-0D21A414E29B}"/>
          </ac:picMkLst>
        </pc:picChg>
        <pc:picChg chg="add mod">
          <ac:chgData name="kalyan varma" userId="33543a464cdd2c22" providerId="LiveId" clId="{22CB355C-0C20-4D5D-BD34-CF5BB5B6CE49}" dt="2025-12-26T10:06:51.303" v="2484" actId="1076"/>
          <ac:picMkLst>
            <pc:docMk/>
            <pc:sldMk cId="1953804542" sldId="714"/>
            <ac:picMk id="12" creationId="{6E482671-C653-B9D4-173E-CC2D5F6369D9}"/>
          </ac:picMkLst>
        </pc:picChg>
      </pc:sldChg>
      <pc:sldChg chg="addSp delSp modSp mod ord">
        <pc:chgData name="kalyan varma" userId="33543a464cdd2c22" providerId="LiveId" clId="{22CB355C-0C20-4D5D-BD34-CF5BB5B6CE49}" dt="2025-12-26T09:15:55.545" v="1846" actId="14100"/>
        <pc:sldMkLst>
          <pc:docMk/>
          <pc:sldMk cId="2029151148" sldId="715"/>
        </pc:sldMkLst>
        <pc:spChg chg="mod">
          <ac:chgData name="kalyan varma" userId="33543a464cdd2c22" providerId="LiveId" clId="{22CB355C-0C20-4D5D-BD34-CF5BB5B6CE49}" dt="2025-12-26T06:49:42.396" v="1179" actId="1076"/>
          <ac:spMkLst>
            <pc:docMk/>
            <pc:sldMk cId="2029151148" sldId="715"/>
            <ac:spMk id="2" creationId="{43A6F8F6-E477-C57B-80EF-1C98B06F1715}"/>
          </ac:spMkLst>
        </pc:spChg>
        <pc:spChg chg="add del mod">
          <ac:chgData name="kalyan varma" userId="33543a464cdd2c22" providerId="LiveId" clId="{22CB355C-0C20-4D5D-BD34-CF5BB5B6CE49}" dt="2025-12-26T06:48:55.433" v="1169" actId="12084"/>
          <ac:spMkLst>
            <pc:docMk/>
            <pc:sldMk cId="2029151148" sldId="715"/>
            <ac:spMk id="3" creationId="{BA6D609E-4930-2D92-1F0F-427B64001FCF}"/>
          </ac:spMkLst>
        </pc:spChg>
        <pc:spChg chg="add">
          <ac:chgData name="kalyan varma" userId="33543a464cdd2c22" providerId="LiveId" clId="{22CB355C-0C20-4D5D-BD34-CF5BB5B6CE49}" dt="2025-12-26T06:44:27.578" v="1131"/>
          <ac:spMkLst>
            <pc:docMk/>
            <pc:sldMk cId="2029151148" sldId="715"/>
            <ac:spMk id="6" creationId="{A63FB9CC-2FFC-D0CA-72D8-B22B4B0428B5}"/>
          </ac:spMkLst>
        </pc:spChg>
        <pc:spChg chg="add del mod">
          <ac:chgData name="kalyan varma" userId="33543a464cdd2c22" providerId="LiveId" clId="{22CB355C-0C20-4D5D-BD34-CF5BB5B6CE49}" dt="2025-12-26T06:49:35.808" v="1178"/>
          <ac:spMkLst>
            <pc:docMk/>
            <pc:sldMk cId="2029151148" sldId="715"/>
            <ac:spMk id="7" creationId="{12108B8E-A3C8-CD7F-7A7C-C2760DF71A1E}"/>
          </ac:spMkLst>
        </pc:spChg>
        <pc:spChg chg="add del mod">
          <ac:chgData name="kalyan varma" userId="33543a464cdd2c22" providerId="LiveId" clId="{22CB355C-0C20-4D5D-BD34-CF5BB5B6CE49}" dt="2025-12-26T08:45:15.452" v="1784" actId="478"/>
          <ac:spMkLst>
            <pc:docMk/>
            <pc:sldMk cId="2029151148" sldId="715"/>
            <ac:spMk id="11" creationId="{D13504AE-411B-1F95-CE78-39A2C679E4CC}"/>
          </ac:spMkLst>
        </pc:spChg>
        <pc:spChg chg="add del mod">
          <ac:chgData name="kalyan varma" userId="33543a464cdd2c22" providerId="LiveId" clId="{22CB355C-0C20-4D5D-BD34-CF5BB5B6CE49}" dt="2025-12-26T06:52:19.983" v="1198" actId="478"/>
          <ac:spMkLst>
            <pc:docMk/>
            <pc:sldMk cId="2029151148" sldId="715"/>
            <ac:spMk id="12" creationId="{A64CBFFE-F34C-C754-72D9-C75C8C978EFC}"/>
          </ac:spMkLst>
        </pc:spChg>
        <pc:spChg chg="add del mod">
          <ac:chgData name="kalyan varma" userId="33543a464cdd2c22" providerId="LiveId" clId="{22CB355C-0C20-4D5D-BD34-CF5BB5B6CE49}" dt="2025-12-26T06:52:18.906" v="1197" actId="478"/>
          <ac:spMkLst>
            <pc:docMk/>
            <pc:sldMk cId="2029151148" sldId="715"/>
            <ac:spMk id="13" creationId="{A406290D-6136-906A-4ADE-1581471D3B88}"/>
          </ac:spMkLst>
        </pc:spChg>
        <pc:spChg chg="add del mod">
          <ac:chgData name="kalyan varma" userId="33543a464cdd2c22" providerId="LiveId" clId="{22CB355C-0C20-4D5D-BD34-CF5BB5B6CE49}" dt="2025-12-26T08:45:15.452" v="1784" actId="478"/>
          <ac:spMkLst>
            <pc:docMk/>
            <pc:sldMk cId="2029151148" sldId="715"/>
            <ac:spMk id="14" creationId="{F4C77C15-B55B-1EF4-350B-4C238183158A}"/>
          </ac:spMkLst>
        </pc:spChg>
        <pc:spChg chg="add del mod">
          <ac:chgData name="kalyan varma" userId="33543a464cdd2c22" providerId="LiveId" clId="{22CB355C-0C20-4D5D-BD34-CF5BB5B6CE49}" dt="2025-12-26T08:45:15.452" v="1784" actId="478"/>
          <ac:spMkLst>
            <pc:docMk/>
            <pc:sldMk cId="2029151148" sldId="715"/>
            <ac:spMk id="15" creationId="{C74E2369-70E8-6366-9F91-A700878CD9E6}"/>
          </ac:spMkLst>
        </pc:spChg>
        <pc:spChg chg="mod">
          <ac:chgData name="kalyan varma" userId="33543a464cdd2c22" providerId="LiveId" clId="{22CB355C-0C20-4D5D-BD34-CF5BB5B6CE49}" dt="2025-12-26T08:44:15.842" v="1776" actId="18245"/>
          <ac:spMkLst>
            <pc:docMk/>
            <pc:sldMk cId="2029151148" sldId="715"/>
            <ac:spMk id="17" creationId="{AA9C76D7-E511-97C6-DA94-D4509811847F}"/>
          </ac:spMkLst>
        </pc:spChg>
        <pc:spChg chg="mod">
          <ac:chgData name="kalyan varma" userId="33543a464cdd2c22" providerId="LiveId" clId="{22CB355C-0C20-4D5D-BD34-CF5BB5B6CE49}" dt="2025-12-26T08:44:15.842" v="1776" actId="18245"/>
          <ac:spMkLst>
            <pc:docMk/>
            <pc:sldMk cId="2029151148" sldId="715"/>
            <ac:spMk id="18" creationId="{ECBF351C-977F-D473-3DC0-21D6D0C7D9BE}"/>
          </ac:spMkLst>
        </pc:spChg>
        <pc:spChg chg="mod">
          <ac:chgData name="kalyan varma" userId="33543a464cdd2c22" providerId="LiveId" clId="{22CB355C-0C20-4D5D-BD34-CF5BB5B6CE49}" dt="2025-12-26T08:44:15.842" v="1776" actId="18245"/>
          <ac:spMkLst>
            <pc:docMk/>
            <pc:sldMk cId="2029151148" sldId="715"/>
            <ac:spMk id="19" creationId="{559C065E-6FA6-6B48-49E7-981C18C1B07B}"/>
          </ac:spMkLst>
        </pc:spChg>
        <pc:spChg chg="mod">
          <ac:chgData name="kalyan varma" userId="33543a464cdd2c22" providerId="LiveId" clId="{22CB355C-0C20-4D5D-BD34-CF5BB5B6CE49}" dt="2025-12-26T08:44:15.842" v="1776" actId="18245"/>
          <ac:spMkLst>
            <pc:docMk/>
            <pc:sldMk cId="2029151148" sldId="715"/>
            <ac:spMk id="20" creationId="{F445080D-0678-8E67-5F3A-7BA1D2CAF066}"/>
          </ac:spMkLst>
        </pc:spChg>
        <pc:spChg chg="mod">
          <ac:chgData name="kalyan varma" userId="33543a464cdd2c22" providerId="LiveId" clId="{22CB355C-0C20-4D5D-BD34-CF5BB5B6CE49}" dt="2025-12-26T08:44:15.842" v="1776" actId="18245"/>
          <ac:spMkLst>
            <pc:docMk/>
            <pc:sldMk cId="2029151148" sldId="715"/>
            <ac:spMk id="21" creationId="{5C7FB069-45A4-91AC-7138-63105C6B9BE5}"/>
          </ac:spMkLst>
        </pc:spChg>
        <pc:spChg chg="mod">
          <ac:chgData name="kalyan varma" userId="33543a464cdd2c22" providerId="LiveId" clId="{22CB355C-0C20-4D5D-BD34-CF5BB5B6CE49}" dt="2025-12-26T08:44:15.842" v="1776" actId="18245"/>
          <ac:spMkLst>
            <pc:docMk/>
            <pc:sldMk cId="2029151148" sldId="715"/>
            <ac:spMk id="22" creationId="{FE0914AE-7100-410E-13D4-F35DECA1AEB0}"/>
          </ac:spMkLst>
        </pc:spChg>
        <pc:spChg chg="mod">
          <ac:chgData name="kalyan varma" userId="33543a464cdd2c22" providerId="LiveId" clId="{22CB355C-0C20-4D5D-BD34-CF5BB5B6CE49}" dt="2025-12-26T08:44:15.842" v="1776" actId="18245"/>
          <ac:spMkLst>
            <pc:docMk/>
            <pc:sldMk cId="2029151148" sldId="715"/>
            <ac:spMk id="23" creationId="{B1C077E3-6528-568C-645C-18148031E587}"/>
          </ac:spMkLst>
        </pc:spChg>
        <pc:spChg chg="mod">
          <ac:chgData name="kalyan varma" userId="33543a464cdd2c22" providerId="LiveId" clId="{22CB355C-0C20-4D5D-BD34-CF5BB5B6CE49}" dt="2025-12-26T08:44:15.842" v="1776" actId="18245"/>
          <ac:spMkLst>
            <pc:docMk/>
            <pc:sldMk cId="2029151148" sldId="715"/>
            <ac:spMk id="24" creationId="{F7A2DE73-8F98-A482-2863-D8E93BE7EBAF}"/>
          </ac:spMkLst>
        </pc:spChg>
        <pc:spChg chg="add mod">
          <ac:chgData name="kalyan varma" userId="33543a464cdd2c22" providerId="LiveId" clId="{22CB355C-0C20-4D5D-BD34-CF5BB5B6CE49}" dt="2025-12-26T08:47:13.336" v="1822" actId="1076"/>
          <ac:spMkLst>
            <pc:docMk/>
            <pc:sldMk cId="2029151148" sldId="715"/>
            <ac:spMk id="25" creationId="{CFF8EB65-3499-D97C-8562-FA5B57F3B06B}"/>
          </ac:spMkLst>
        </pc:spChg>
        <pc:spChg chg="add mod">
          <ac:chgData name="kalyan varma" userId="33543a464cdd2c22" providerId="LiveId" clId="{22CB355C-0C20-4D5D-BD34-CF5BB5B6CE49}" dt="2025-12-26T09:14:00.575" v="1835"/>
          <ac:spMkLst>
            <pc:docMk/>
            <pc:sldMk cId="2029151148" sldId="715"/>
            <ac:spMk id="26" creationId="{14B90CEC-644E-3DDE-95D9-06959F8F3236}"/>
          </ac:spMkLst>
        </pc:spChg>
        <pc:grpChg chg="del mod">
          <ac:chgData name="kalyan varma" userId="33543a464cdd2c22" providerId="LiveId" clId="{22CB355C-0C20-4D5D-BD34-CF5BB5B6CE49}" dt="2025-12-26T08:45:15.452" v="1784" actId="478"/>
          <ac:grpSpMkLst>
            <pc:docMk/>
            <pc:sldMk cId="2029151148" sldId="715"/>
            <ac:grpSpMk id="16" creationId="{A1DBF712-3DAE-19A5-50CC-14063F10AFAC}"/>
          </ac:grpSpMkLst>
        </pc:grpChg>
        <pc:graphicFrameChg chg="add mod">
          <ac:chgData name="kalyan varma" userId="33543a464cdd2c22" providerId="LiveId" clId="{22CB355C-0C20-4D5D-BD34-CF5BB5B6CE49}" dt="2025-12-26T06:40:55.397" v="1122" actId="12084"/>
          <ac:graphicFrameMkLst>
            <pc:docMk/>
            <pc:sldMk cId="2029151148" sldId="715"/>
            <ac:graphicFrameMk id="4" creationId="{17CE5302-B157-2649-6175-2E00E84015A3}"/>
          </ac:graphicFrameMkLst>
        </pc:graphicFrameChg>
        <pc:graphicFrameChg chg="add mod modGraphic">
          <ac:chgData name="kalyan varma" userId="33543a464cdd2c22" providerId="LiveId" clId="{22CB355C-0C20-4D5D-BD34-CF5BB5B6CE49}" dt="2025-12-26T06:44:23.721" v="1130" actId="12084"/>
          <ac:graphicFrameMkLst>
            <pc:docMk/>
            <pc:sldMk cId="2029151148" sldId="715"/>
            <ac:graphicFrameMk id="5" creationId="{C8967F36-D1E8-CCA4-19FA-86277C49225B}"/>
          </ac:graphicFrameMkLst>
        </pc:graphicFrameChg>
        <pc:graphicFrameChg chg="add del mod modGraphic">
          <ac:chgData name="kalyan varma" userId="33543a464cdd2c22" providerId="LiveId" clId="{22CB355C-0C20-4D5D-BD34-CF5BB5B6CE49}" dt="2025-12-26T08:44:15.842" v="1776" actId="18245"/>
          <ac:graphicFrameMkLst>
            <pc:docMk/>
            <pc:sldMk cId="2029151148" sldId="715"/>
            <ac:graphicFrameMk id="8" creationId="{004D01D6-3EE4-0189-CEB6-FDF3F53A93FE}"/>
          </ac:graphicFrameMkLst>
        </pc:graphicFrameChg>
        <pc:picChg chg="add mod">
          <ac:chgData name="kalyan varma" userId="33543a464cdd2c22" providerId="LiveId" clId="{22CB355C-0C20-4D5D-BD34-CF5BB5B6CE49}" dt="2025-12-26T06:51:26.320" v="1188" actId="14100"/>
          <ac:picMkLst>
            <pc:docMk/>
            <pc:sldMk cId="2029151148" sldId="715"/>
            <ac:picMk id="10" creationId="{F70F9DD4-5D2B-996A-03C6-F357EB2560BC}"/>
          </ac:picMkLst>
        </pc:picChg>
        <pc:picChg chg="add mod">
          <ac:chgData name="kalyan varma" userId="33543a464cdd2c22" providerId="LiveId" clId="{22CB355C-0C20-4D5D-BD34-CF5BB5B6CE49}" dt="2025-12-26T09:10:31.757" v="1833" actId="1076"/>
          <ac:picMkLst>
            <pc:docMk/>
            <pc:sldMk cId="2029151148" sldId="715"/>
            <ac:picMk id="28" creationId="{8DFBA951-35C3-27BC-FAC2-2C658FDC86A1}"/>
          </ac:picMkLst>
        </pc:picChg>
        <pc:picChg chg="add del mod">
          <ac:chgData name="kalyan varma" userId="33543a464cdd2c22" providerId="LiveId" clId="{22CB355C-0C20-4D5D-BD34-CF5BB5B6CE49}" dt="2025-12-26T09:15:04.234" v="1841" actId="478"/>
          <ac:picMkLst>
            <pc:docMk/>
            <pc:sldMk cId="2029151148" sldId="715"/>
            <ac:picMk id="30" creationId="{92D8EA91-9E5A-1003-3F81-5283690ACB53}"/>
          </ac:picMkLst>
        </pc:picChg>
        <pc:picChg chg="add mod">
          <ac:chgData name="kalyan varma" userId="33543a464cdd2c22" providerId="LiveId" clId="{22CB355C-0C20-4D5D-BD34-CF5BB5B6CE49}" dt="2025-12-26T09:15:55.545" v="1846" actId="14100"/>
          <ac:picMkLst>
            <pc:docMk/>
            <pc:sldMk cId="2029151148" sldId="715"/>
            <ac:picMk id="32" creationId="{C390AB6A-FA1C-B534-BBCD-6D535A4602A2}"/>
          </ac:picMkLst>
        </pc:picChg>
      </pc:sldChg>
      <pc:sldChg chg="addSp delSp modSp mod">
        <pc:chgData name="kalyan varma" userId="33543a464cdd2c22" providerId="LiveId" clId="{22CB355C-0C20-4D5D-BD34-CF5BB5B6CE49}" dt="2025-12-26T18:20:03.272" v="4758" actId="255"/>
        <pc:sldMkLst>
          <pc:docMk/>
          <pc:sldMk cId="343018129" sldId="716"/>
        </pc:sldMkLst>
        <pc:spChg chg="mod">
          <ac:chgData name="kalyan varma" userId="33543a464cdd2c22" providerId="LiveId" clId="{22CB355C-0C20-4D5D-BD34-CF5BB5B6CE49}" dt="2025-12-26T10:09:53.914" v="2499" actId="1076"/>
          <ac:spMkLst>
            <pc:docMk/>
            <pc:sldMk cId="343018129" sldId="716"/>
            <ac:spMk id="2" creationId="{76FC6A0E-8466-8BC1-E729-ED6781740EF8}"/>
          </ac:spMkLst>
        </pc:spChg>
        <pc:spChg chg="add mod">
          <ac:chgData name="kalyan varma" userId="33543a464cdd2c22" providerId="LiveId" clId="{22CB355C-0C20-4D5D-BD34-CF5BB5B6CE49}" dt="2025-12-26T18:20:03.272" v="4758" actId="255"/>
          <ac:spMkLst>
            <pc:docMk/>
            <pc:sldMk cId="343018129" sldId="716"/>
            <ac:spMk id="3" creationId="{3138D595-8633-7A0F-660D-01C7D8058476}"/>
          </ac:spMkLst>
        </pc:spChg>
        <pc:spChg chg="del mod">
          <ac:chgData name="kalyan varma" userId="33543a464cdd2c22" providerId="LiveId" clId="{22CB355C-0C20-4D5D-BD34-CF5BB5B6CE49}" dt="2025-12-26T10:12:07.028" v="2506" actId="931"/>
          <ac:spMkLst>
            <pc:docMk/>
            <pc:sldMk cId="343018129" sldId="716"/>
            <ac:spMk id="4" creationId="{BFE3BC68-D82A-7387-040B-E6D49711126F}"/>
          </ac:spMkLst>
        </pc:spChg>
        <pc:spChg chg="add del mod">
          <ac:chgData name="kalyan varma" userId="33543a464cdd2c22" providerId="LiveId" clId="{22CB355C-0C20-4D5D-BD34-CF5BB5B6CE49}" dt="2025-12-26T10:12:44.219" v="2509" actId="931"/>
          <ac:spMkLst>
            <pc:docMk/>
            <pc:sldMk cId="343018129" sldId="716"/>
            <ac:spMk id="7" creationId="{A251D73E-6596-D0E9-BAA7-6A58B78A6DA2}"/>
          </ac:spMkLst>
        </pc:spChg>
        <pc:picChg chg="add del mod">
          <ac:chgData name="kalyan varma" userId="33543a464cdd2c22" providerId="LiveId" clId="{22CB355C-0C20-4D5D-BD34-CF5BB5B6CE49}" dt="2025-12-26T10:12:36.266" v="2508" actId="478"/>
          <ac:picMkLst>
            <pc:docMk/>
            <pc:sldMk cId="343018129" sldId="716"/>
            <ac:picMk id="6" creationId="{841C4473-873A-E79C-7BA0-C7DE34AD99AE}"/>
          </ac:picMkLst>
        </pc:picChg>
        <pc:picChg chg="add mod">
          <ac:chgData name="kalyan varma" userId="33543a464cdd2c22" providerId="LiveId" clId="{22CB355C-0C20-4D5D-BD34-CF5BB5B6CE49}" dt="2025-12-26T10:12:49.697" v="2510" actId="1076"/>
          <ac:picMkLst>
            <pc:docMk/>
            <pc:sldMk cId="343018129" sldId="716"/>
            <ac:picMk id="9" creationId="{A10CACC1-9DB5-D82A-B77D-B0AE1B62BCFC}"/>
          </ac:picMkLst>
        </pc:picChg>
      </pc:sldChg>
      <pc:sldChg chg="addSp delSp modSp add del mod">
        <pc:chgData name="kalyan varma" userId="33543a464cdd2c22" providerId="LiveId" clId="{22CB355C-0C20-4D5D-BD34-CF5BB5B6CE49}" dt="2025-12-26T16:32:18.355" v="2910" actId="12084"/>
        <pc:sldMkLst>
          <pc:docMk/>
          <pc:sldMk cId="424036111" sldId="717"/>
        </pc:sldMkLst>
        <pc:spChg chg="mod">
          <ac:chgData name="kalyan varma" userId="33543a464cdd2c22" providerId="LiveId" clId="{22CB355C-0C20-4D5D-BD34-CF5BB5B6CE49}" dt="2025-12-25T09:32:09.741" v="748" actId="1076"/>
          <ac:spMkLst>
            <pc:docMk/>
            <pc:sldMk cId="424036111" sldId="717"/>
            <ac:spMk id="2" creationId="{1DD28A44-D95E-63C5-256F-2D416144C517}"/>
          </ac:spMkLst>
        </pc:spChg>
        <pc:spChg chg="del mod">
          <ac:chgData name="kalyan varma" userId="33543a464cdd2c22" providerId="LiveId" clId="{22CB355C-0C20-4D5D-BD34-CF5BB5B6CE49}" dt="2025-12-26T16:32:18.355" v="2910" actId="12084"/>
          <ac:spMkLst>
            <pc:docMk/>
            <pc:sldMk cId="424036111" sldId="717"/>
            <ac:spMk id="4" creationId="{5376FA07-9122-9DA1-1EA6-7E6D5FE83CBA}"/>
          </ac:spMkLst>
        </pc:spChg>
        <pc:graphicFrameChg chg="add mod">
          <ac:chgData name="kalyan varma" userId="33543a464cdd2c22" providerId="LiveId" clId="{22CB355C-0C20-4D5D-BD34-CF5BB5B6CE49}" dt="2025-12-26T16:32:18.355" v="2910" actId="12084"/>
          <ac:graphicFrameMkLst>
            <pc:docMk/>
            <pc:sldMk cId="424036111" sldId="717"/>
            <ac:graphicFrameMk id="3" creationId="{970419AB-8F0A-026B-FDE3-E9687F2D4061}"/>
          </ac:graphicFrameMkLst>
        </pc:graphicFrameChg>
        <pc:picChg chg="add mod">
          <ac:chgData name="kalyan varma" userId="33543a464cdd2c22" providerId="LiveId" clId="{22CB355C-0C20-4D5D-BD34-CF5BB5B6CE49}" dt="2025-12-25T08:52:58.817" v="215" actId="931"/>
          <ac:picMkLst>
            <pc:docMk/>
            <pc:sldMk cId="424036111" sldId="717"/>
            <ac:picMk id="5" creationId="{5E81631B-81ED-47DE-75ED-A95EC1F0A4D9}"/>
          </ac:picMkLst>
        </pc:picChg>
        <pc:picChg chg="add del mod">
          <ac:chgData name="kalyan varma" userId="33543a464cdd2c22" providerId="LiveId" clId="{22CB355C-0C20-4D5D-BD34-CF5BB5B6CE49}" dt="2025-12-25T08:55:30.919" v="223" actId="21"/>
          <ac:picMkLst>
            <pc:docMk/>
            <pc:sldMk cId="424036111" sldId="717"/>
            <ac:picMk id="7" creationId="{34A34F29-6473-EA54-7168-AE87FA610471}"/>
          </ac:picMkLst>
        </pc:picChg>
        <pc:picChg chg="add del mod">
          <ac:chgData name="kalyan varma" userId="33543a464cdd2c22" providerId="LiveId" clId="{22CB355C-0C20-4D5D-BD34-CF5BB5B6CE49}" dt="2025-12-25T08:55:30.919" v="223" actId="21"/>
          <ac:picMkLst>
            <pc:docMk/>
            <pc:sldMk cId="424036111" sldId="717"/>
            <ac:picMk id="9" creationId="{9A2DB12E-4D6A-5AA6-0F95-5FA9F193566D}"/>
          </ac:picMkLst>
        </pc:picChg>
        <pc:picChg chg="add mod">
          <ac:chgData name="kalyan varma" userId="33543a464cdd2c22" providerId="LiveId" clId="{22CB355C-0C20-4D5D-BD34-CF5BB5B6CE49}" dt="2025-12-25T09:32:25.463" v="751" actId="1076"/>
          <ac:picMkLst>
            <pc:docMk/>
            <pc:sldMk cId="424036111" sldId="717"/>
            <ac:picMk id="11" creationId="{A0EA9B60-B16A-0D5E-6406-E0951A5C25BA}"/>
          </ac:picMkLst>
        </pc:picChg>
        <pc:picChg chg="add mod">
          <ac:chgData name="kalyan varma" userId="33543a464cdd2c22" providerId="LiveId" clId="{22CB355C-0C20-4D5D-BD34-CF5BB5B6CE49}" dt="2025-12-25T09:32:19.256" v="750" actId="1076"/>
          <ac:picMkLst>
            <pc:docMk/>
            <pc:sldMk cId="424036111" sldId="717"/>
            <ac:picMk id="13" creationId="{EEA4471F-0A73-6FA9-AD8E-19137C4C588C}"/>
          </ac:picMkLst>
        </pc:picChg>
      </pc:sldChg>
      <pc:sldChg chg="addSp modSp mod">
        <pc:chgData name="kalyan varma" userId="33543a464cdd2c22" providerId="LiveId" clId="{22CB355C-0C20-4D5D-BD34-CF5BB5B6CE49}" dt="2025-12-25T10:43:54.689" v="1034" actId="1076"/>
        <pc:sldMkLst>
          <pc:docMk/>
          <pc:sldMk cId="1115521128" sldId="718"/>
        </pc:sldMkLst>
        <pc:spChg chg="mod">
          <ac:chgData name="kalyan varma" userId="33543a464cdd2c22" providerId="LiveId" clId="{22CB355C-0C20-4D5D-BD34-CF5BB5B6CE49}" dt="2025-12-25T10:41:23.914" v="974" actId="1076"/>
          <ac:spMkLst>
            <pc:docMk/>
            <pc:sldMk cId="1115521128" sldId="718"/>
            <ac:spMk id="2" creationId="{716058EF-A727-E2FF-6718-98AEDA6FF106}"/>
          </ac:spMkLst>
        </pc:spChg>
        <pc:spChg chg="add mod">
          <ac:chgData name="kalyan varma" userId="33543a464cdd2c22" providerId="LiveId" clId="{22CB355C-0C20-4D5D-BD34-CF5BB5B6CE49}" dt="2025-12-25T10:42:23.461" v="978" actId="1076"/>
          <ac:spMkLst>
            <pc:docMk/>
            <pc:sldMk cId="1115521128" sldId="718"/>
            <ac:spMk id="3" creationId="{7A249D15-6C7B-C72B-BD06-B75584511590}"/>
          </ac:spMkLst>
        </pc:spChg>
        <pc:spChg chg="mod">
          <ac:chgData name="kalyan varma" userId="33543a464cdd2c22" providerId="LiveId" clId="{22CB355C-0C20-4D5D-BD34-CF5BB5B6CE49}" dt="2025-12-25T10:43:54.689" v="1034" actId="1076"/>
          <ac:spMkLst>
            <pc:docMk/>
            <pc:sldMk cId="1115521128" sldId="718"/>
            <ac:spMk id="4" creationId="{A9DD5DEB-6EFA-8508-D817-03DEB6B21994}"/>
          </ac:spMkLst>
        </pc:spChg>
        <pc:spChg chg="add mod">
          <ac:chgData name="kalyan varma" userId="33543a464cdd2c22" providerId="LiveId" clId="{22CB355C-0C20-4D5D-BD34-CF5BB5B6CE49}" dt="2025-12-25T10:42:30.975" v="979" actId="11529"/>
          <ac:spMkLst>
            <pc:docMk/>
            <pc:sldMk cId="1115521128" sldId="718"/>
            <ac:spMk id="5" creationId="{79946741-1939-D301-A1F3-A456F979A52F}"/>
          </ac:spMkLst>
        </pc:spChg>
        <pc:spChg chg="add mod">
          <ac:chgData name="kalyan varma" userId="33543a464cdd2c22" providerId="LiveId" clId="{22CB355C-0C20-4D5D-BD34-CF5BB5B6CE49}" dt="2025-12-25T10:43:40.495" v="1033" actId="1076"/>
          <ac:spMkLst>
            <pc:docMk/>
            <pc:sldMk cId="1115521128" sldId="718"/>
            <ac:spMk id="6" creationId="{13D27730-B959-1F01-E6CC-8F843E0E6E82}"/>
          </ac:spMkLst>
        </pc:spChg>
      </pc:sldChg>
      <pc:sldChg chg="addSp delSp modSp mod">
        <pc:chgData name="kalyan varma" userId="33543a464cdd2c22" providerId="LiveId" clId="{22CB355C-0C20-4D5D-BD34-CF5BB5B6CE49}" dt="2025-12-26T16:51:26.600" v="2981" actId="1076"/>
        <pc:sldMkLst>
          <pc:docMk/>
          <pc:sldMk cId="2934729212" sldId="719"/>
        </pc:sldMkLst>
        <pc:spChg chg="mod">
          <ac:chgData name="kalyan varma" userId="33543a464cdd2c22" providerId="LiveId" clId="{22CB355C-0C20-4D5D-BD34-CF5BB5B6CE49}" dt="2025-12-26T16:48:21.344" v="2945" actId="2711"/>
          <ac:spMkLst>
            <pc:docMk/>
            <pc:sldMk cId="2934729212" sldId="719"/>
            <ac:spMk id="2" creationId="{9025D69C-570F-720D-5C4C-F39332DA6EFA}"/>
          </ac:spMkLst>
        </pc:spChg>
        <pc:spChg chg="add del mod">
          <ac:chgData name="kalyan varma" userId="33543a464cdd2c22" providerId="LiveId" clId="{22CB355C-0C20-4D5D-BD34-CF5BB5B6CE49}" dt="2025-12-26T16:50:33.610" v="2955" actId="478"/>
          <ac:spMkLst>
            <pc:docMk/>
            <pc:sldMk cId="2934729212" sldId="719"/>
            <ac:spMk id="5" creationId="{5F2CC307-77D2-439C-5AA0-D72F66075A75}"/>
          </ac:spMkLst>
        </pc:spChg>
        <pc:spChg chg="add mod">
          <ac:chgData name="kalyan varma" userId="33543a464cdd2c22" providerId="LiveId" clId="{22CB355C-0C20-4D5D-BD34-CF5BB5B6CE49}" dt="2025-12-26T16:48:03.872" v="2943" actId="1076"/>
          <ac:spMkLst>
            <pc:docMk/>
            <pc:sldMk cId="2934729212" sldId="719"/>
            <ac:spMk id="12" creationId="{B035C9F1-242E-414A-BA2E-B1CD1C5FCED6}"/>
          </ac:spMkLst>
        </pc:spChg>
        <pc:spChg chg="add">
          <ac:chgData name="kalyan varma" userId="33543a464cdd2c22" providerId="LiveId" clId="{22CB355C-0C20-4D5D-BD34-CF5BB5B6CE49}" dt="2025-12-26T16:49:29.554" v="2946" actId="11529"/>
          <ac:spMkLst>
            <pc:docMk/>
            <pc:sldMk cId="2934729212" sldId="719"/>
            <ac:spMk id="13" creationId="{1A2AD0B7-98C0-6253-6AD9-FE6F790A4AB4}"/>
          </ac:spMkLst>
        </pc:spChg>
        <pc:spChg chg="add mod">
          <ac:chgData name="kalyan varma" userId="33543a464cdd2c22" providerId="LiveId" clId="{22CB355C-0C20-4D5D-BD34-CF5BB5B6CE49}" dt="2025-12-26T16:49:43.231" v="2948" actId="1076"/>
          <ac:spMkLst>
            <pc:docMk/>
            <pc:sldMk cId="2934729212" sldId="719"/>
            <ac:spMk id="14" creationId="{B7D268AC-88F5-7340-23C1-2BD1DA71BD45}"/>
          </ac:spMkLst>
        </pc:spChg>
        <pc:spChg chg="add mod">
          <ac:chgData name="kalyan varma" userId="33543a464cdd2c22" providerId="LiveId" clId="{22CB355C-0C20-4D5D-BD34-CF5BB5B6CE49}" dt="2025-12-26T16:50:22.145" v="2954" actId="478"/>
          <ac:spMkLst>
            <pc:docMk/>
            <pc:sldMk cId="2934729212" sldId="719"/>
            <ac:spMk id="15" creationId="{B0FB27DD-DD77-27F6-F42F-EAB250C2707F}"/>
          </ac:spMkLst>
        </pc:spChg>
        <pc:spChg chg="add mod">
          <ac:chgData name="kalyan varma" userId="33543a464cdd2c22" providerId="LiveId" clId="{22CB355C-0C20-4D5D-BD34-CF5BB5B6CE49}" dt="2025-12-26T16:51:26.600" v="2981" actId="1076"/>
          <ac:spMkLst>
            <pc:docMk/>
            <pc:sldMk cId="2934729212" sldId="719"/>
            <ac:spMk id="16" creationId="{89A1BEC7-0D82-06B3-CACD-E0BBE53122DE}"/>
          </ac:spMkLst>
        </pc:spChg>
        <pc:spChg chg="add mod">
          <ac:chgData name="kalyan varma" userId="33543a464cdd2c22" providerId="LiveId" clId="{22CB355C-0C20-4D5D-BD34-CF5BB5B6CE49}" dt="2025-12-26T16:51:19.565" v="2980" actId="1076"/>
          <ac:spMkLst>
            <pc:docMk/>
            <pc:sldMk cId="2934729212" sldId="719"/>
            <ac:spMk id="17" creationId="{D962E560-C05C-A7F5-6492-F588A0406C6E}"/>
          </ac:spMkLst>
        </pc:spChg>
        <pc:picChg chg="add del mod">
          <ac:chgData name="kalyan varma" userId="33543a464cdd2c22" providerId="LiveId" clId="{22CB355C-0C20-4D5D-BD34-CF5BB5B6CE49}" dt="2025-12-26T16:45:09.665" v="2924" actId="478"/>
          <ac:picMkLst>
            <pc:docMk/>
            <pc:sldMk cId="2934729212" sldId="719"/>
            <ac:picMk id="4" creationId="{CEC94F9B-041E-B33C-801A-0F63F8273D36}"/>
          </ac:picMkLst>
        </pc:picChg>
        <pc:picChg chg="add del mod">
          <ac:chgData name="kalyan varma" userId="33543a464cdd2c22" providerId="LiveId" clId="{22CB355C-0C20-4D5D-BD34-CF5BB5B6CE49}" dt="2025-12-26T16:45:09.151" v="2923" actId="478"/>
          <ac:picMkLst>
            <pc:docMk/>
            <pc:sldMk cId="2934729212" sldId="719"/>
            <ac:picMk id="7" creationId="{8C8B2E6E-8F67-86FF-3773-64BE4D855A70}"/>
          </ac:picMkLst>
        </pc:picChg>
        <pc:picChg chg="add mod">
          <ac:chgData name="kalyan varma" userId="33543a464cdd2c22" providerId="LiveId" clId="{22CB355C-0C20-4D5D-BD34-CF5BB5B6CE49}" dt="2025-12-26T16:47:03.102" v="2935" actId="1076"/>
          <ac:picMkLst>
            <pc:docMk/>
            <pc:sldMk cId="2934729212" sldId="719"/>
            <ac:picMk id="9" creationId="{E80E46BF-575C-27FA-3AE7-2770D752E33C}"/>
          </ac:picMkLst>
        </pc:picChg>
        <pc:picChg chg="add mod">
          <ac:chgData name="kalyan varma" userId="33543a464cdd2c22" providerId="LiveId" clId="{22CB355C-0C20-4D5D-BD34-CF5BB5B6CE49}" dt="2025-12-26T16:48:12.307" v="2944" actId="1076"/>
          <ac:picMkLst>
            <pc:docMk/>
            <pc:sldMk cId="2934729212" sldId="719"/>
            <ac:picMk id="11" creationId="{B761FB6A-91BE-54CC-8A33-31ED6EDECDF0}"/>
          </ac:picMkLst>
        </pc:picChg>
      </pc:sldChg>
      <pc:sldChg chg="addSp delSp modSp mod">
        <pc:chgData name="kalyan varma" userId="33543a464cdd2c22" providerId="LiveId" clId="{22CB355C-0C20-4D5D-BD34-CF5BB5B6CE49}" dt="2025-12-26T17:26:58.474" v="3587" actId="20577"/>
        <pc:sldMkLst>
          <pc:docMk/>
          <pc:sldMk cId="3484945372" sldId="721"/>
        </pc:sldMkLst>
        <pc:spChg chg="mod">
          <ac:chgData name="kalyan varma" userId="33543a464cdd2c22" providerId="LiveId" clId="{22CB355C-0C20-4D5D-BD34-CF5BB5B6CE49}" dt="2025-12-26T17:26:58.474" v="3587" actId="20577"/>
          <ac:spMkLst>
            <pc:docMk/>
            <pc:sldMk cId="3484945372" sldId="721"/>
            <ac:spMk id="2" creationId="{EF22F501-8E0B-377A-DCE3-80D7EF050B33}"/>
          </ac:spMkLst>
        </pc:spChg>
        <pc:spChg chg="mod">
          <ac:chgData name="kalyan varma" userId="33543a464cdd2c22" providerId="LiveId" clId="{22CB355C-0C20-4D5D-BD34-CF5BB5B6CE49}" dt="2025-12-26T17:15:37.525" v="3446" actId="1076"/>
          <ac:spMkLst>
            <pc:docMk/>
            <pc:sldMk cId="3484945372" sldId="721"/>
            <ac:spMk id="4" creationId="{AA8DBCDD-AFF0-7B7F-1F34-E3B760D73020}"/>
          </ac:spMkLst>
        </pc:spChg>
        <pc:spChg chg="add del mod">
          <ac:chgData name="kalyan varma" userId="33543a464cdd2c22" providerId="LiveId" clId="{22CB355C-0C20-4D5D-BD34-CF5BB5B6CE49}" dt="2025-12-26T17:11:28.976" v="3319"/>
          <ac:spMkLst>
            <pc:docMk/>
            <pc:sldMk cId="3484945372" sldId="721"/>
            <ac:spMk id="6" creationId="{66DA4DEB-58B9-5678-A1BE-559E7EC64F3C}"/>
          </ac:spMkLst>
        </pc:spChg>
        <pc:spChg chg="add mod">
          <ac:chgData name="kalyan varma" userId="33543a464cdd2c22" providerId="LiveId" clId="{22CB355C-0C20-4D5D-BD34-CF5BB5B6CE49}" dt="2025-12-26T17:17:51.900" v="3483" actId="1076"/>
          <ac:spMkLst>
            <pc:docMk/>
            <pc:sldMk cId="3484945372" sldId="721"/>
            <ac:spMk id="7" creationId="{DBACBB57-0C17-5A1A-D62B-E805D4DFBBDE}"/>
          </ac:spMkLst>
        </pc:spChg>
        <pc:graphicFrameChg chg="add mod modGraphic">
          <ac:chgData name="kalyan varma" userId="33543a464cdd2c22" providerId="LiveId" clId="{22CB355C-0C20-4D5D-BD34-CF5BB5B6CE49}" dt="2025-12-26T17:20:49.289" v="3578" actId="20577"/>
          <ac:graphicFrameMkLst>
            <pc:docMk/>
            <pc:sldMk cId="3484945372" sldId="721"/>
            <ac:graphicFrameMk id="8" creationId="{F9541874-B479-50AC-B2CC-4674E874E1CD}"/>
          </ac:graphicFrameMkLst>
        </pc:graphicFrameChg>
        <pc:picChg chg="add mod">
          <ac:chgData name="kalyan varma" userId="33543a464cdd2c22" providerId="LiveId" clId="{22CB355C-0C20-4D5D-BD34-CF5BB5B6CE49}" dt="2025-12-26T17:21:08.373" v="3579" actId="1076"/>
          <ac:picMkLst>
            <pc:docMk/>
            <pc:sldMk cId="3484945372" sldId="721"/>
            <ac:picMk id="5" creationId="{BDBE0D53-3C04-BEA3-D1BC-F64FEA2467A2}"/>
          </ac:picMkLst>
        </pc:picChg>
      </pc:sldChg>
      <pc:sldChg chg="addSp delSp modSp mod">
        <pc:chgData name="kalyan varma" userId="33543a464cdd2c22" providerId="LiveId" clId="{22CB355C-0C20-4D5D-BD34-CF5BB5B6CE49}" dt="2025-12-26T18:04:42.043" v="4134" actId="20577"/>
        <pc:sldMkLst>
          <pc:docMk/>
          <pc:sldMk cId="564183020" sldId="722"/>
        </pc:sldMkLst>
        <pc:spChg chg="mod">
          <ac:chgData name="kalyan varma" userId="33543a464cdd2c22" providerId="LiveId" clId="{22CB355C-0C20-4D5D-BD34-CF5BB5B6CE49}" dt="2025-12-26T17:50:42.812" v="3663"/>
          <ac:spMkLst>
            <pc:docMk/>
            <pc:sldMk cId="564183020" sldId="722"/>
            <ac:spMk id="2" creationId="{F4657958-C7B0-A5DC-A111-0078D84D49EE}"/>
          </ac:spMkLst>
        </pc:spChg>
        <pc:spChg chg="mod">
          <ac:chgData name="kalyan varma" userId="33543a464cdd2c22" providerId="LiveId" clId="{22CB355C-0C20-4D5D-BD34-CF5BB5B6CE49}" dt="2025-12-26T17:51:26.691" v="3702" actId="14100"/>
          <ac:spMkLst>
            <pc:docMk/>
            <pc:sldMk cId="564183020" sldId="722"/>
            <ac:spMk id="4" creationId="{1596F8BA-578E-2DBB-B2F2-68BF46D10ECF}"/>
          </ac:spMkLst>
        </pc:spChg>
        <pc:spChg chg="add mod">
          <ac:chgData name="kalyan varma" userId="33543a464cdd2c22" providerId="LiveId" clId="{22CB355C-0C20-4D5D-BD34-CF5BB5B6CE49}" dt="2025-12-26T17:56:43.443" v="3729" actId="767"/>
          <ac:spMkLst>
            <pc:docMk/>
            <pc:sldMk cId="564183020" sldId="722"/>
            <ac:spMk id="10" creationId="{330EFE8A-B04A-7E7D-6203-6D719A95DF42}"/>
          </ac:spMkLst>
        </pc:spChg>
        <pc:spChg chg="add mod">
          <ac:chgData name="kalyan varma" userId="33543a464cdd2c22" providerId="LiveId" clId="{22CB355C-0C20-4D5D-BD34-CF5BB5B6CE49}" dt="2025-12-26T17:58:43.209" v="3804" actId="255"/>
          <ac:spMkLst>
            <pc:docMk/>
            <pc:sldMk cId="564183020" sldId="722"/>
            <ac:spMk id="15" creationId="{F70DEA2F-FA56-3A60-B2DA-6627E2091D11}"/>
          </ac:spMkLst>
        </pc:spChg>
        <pc:spChg chg="add mod">
          <ac:chgData name="kalyan varma" userId="33543a464cdd2c22" providerId="LiveId" clId="{22CB355C-0C20-4D5D-BD34-CF5BB5B6CE49}" dt="2025-12-26T17:58:25.331" v="3801" actId="122"/>
          <ac:spMkLst>
            <pc:docMk/>
            <pc:sldMk cId="564183020" sldId="722"/>
            <ac:spMk id="16" creationId="{3AE47A33-33E5-AAFB-1BD6-1965DF1E484F}"/>
          </ac:spMkLst>
        </pc:spChg>
        <pc:spChg chg="add mod">
          <ac:chgData name="kalyan varma" userId="33543a464cdd2c22" providerId="LiveId" clId="{22CB355C-0C20-4D5D-BD34-CF5BB5B6CE49}" dt="2025-12-26T17:58:33.808" v="3803" actId="122"/>
          <ac:spMkLst>
            <pc:docMk/>
            <pc:sldMk cId="564183020" sldId="722"/>
            <ac:spMk id="17" creationId="{F0F1ADAA-D16F-47F5-DC51-5410C8B061E6}"/>
          </ac:spMkLst>
        </pc:spChg>
        <pc:spChg chg="add mod">
          <ac:chgData name="kalyan varma" userId="33543a464cdd2c22" providerId="LiveId" clId="{22CB355C-0C20-4D5D-BD34-CF5BB5B6CE49}" dt="2025-12-26T18:04:42.043" v="4134" actId="20577"/>
          <ac:spMkLst>
            <pc:docMk/>
            <pc:sldMk cId="564183020" sldId="722"/>
            <ac:spMk id="18" creationId="{64A36246-0B04-19ED-3DB6-9F3C0C4F31A3}"/>
          </ac:spMkLst>
        </pc:spChg>
        <pc:picChg chg="add mod">
          <ac:chgData name="kalyan varma" userId="33543a464cdd2c22" providerId="LiveId" clId="{22CB355C-0C20-4D5D-BD34-CF5BB5B6CE49}" dt="2025-12-26T17:54:54.613" v="3707" actId="1076"/>
          <ac:picMkLst>
            <pc:docMk/>
            <pc:sldMk cId="564183020" sldId="722"/>
            <ac:picMk id="5" creationId="{CE56259E-AE95-1465-49A1-0B1DF1FB6B4D}"/>
          </ac:picMkLst>
        </pc:picChg>
        <pc:picChg chg="add mod">
          <ac:chgData name="kalyan varma" userId="33543a464cdd2c22" providerId="LiveId" clId="{22CB355C-0C20-4D5D-BD34-CF5BB5B6CE49}" dt="2025-12-26T17:55:30.232" v="3714" actId="1076"/>
          <ac:picMkLst>
            <pc:docMk/>
            <pc:sldMk cId="564183020" sldId="722"/>
            <ac:picMk id="7" creationId="{C96DCAC2-8D71-33C1-A446-94BA7E2D3EAA}"/>
          </ac:picMkLst>
        </pc:picChg>
        <pc:picChg chg="add mod">
          <ac:chgData name="kalyan varma" userId="33543a464cdd2c22" providerId="LiveId" clId="{22CB355C-0C20-4D5D-BD34-CF5BB5B6CE49}" dt="2025-12-26T17:55:55.960" v="3719" actId="14100"/>
          <ac:picMkLst>
            <pc:docMk/>
            <pc:sldMk cId="564183020" sldId="722"/>
            <ac:picMk id="9" creationId="{48077606-36E5-47E8-0091-6611A0B26C30}"/>
          </ac:picMkLst>
        </pc:picChg>
        <pc:picChg chg="add del mod">
          <ac:chgData name="kalyan varma" userId="33543a464cdd2c22" providerId="LiveId" clId="{22CB355C-0C20-4D5D-BD34-CF5BB5B6CE49}" dt="2025-12-26T17:56:39.298" v="3728" actId="22"/>
          <ac:picMkLst>
            <pc:docMk/>
            <pc:sldMk cId="564183020" sldId="722"/>
            <ac:picMk id="12" creationId="{7A06B8BF-8824-535E-FBB5-F943F1338C7D}"/>
          </ac:picMkLst>
        </pc:picChg>
        <pc:picChg chg="add del mod">
          <ac:chgData name="kalyan varma" userId="33543a464cdd2c22" providerId="LiveId" clId="{22CB355C-0C20-4D5D-BD34-CF5BB5B6CE49}" dt="2025-12-26T17:56:38.898" v="3727" actId="22"/>
          <ac:picMkLst>
            <pc:docMk/>
            <pc:sldMk cId="564183020" sldId="722"/>
            <ac:picMk id="14" creationId="{55B4B1F4-C176-0634-F61D-62FF75871465}"/>
          </ac:picMkLst>
        </pc:picChg>
      </pc:sldChg>
      <pc:sldChg chg="modSp mod">
        <pc:chgData name="kalyan varma" userId="33543a464cdd2c22" providerId="LiveId" clId="{22CB355C-0C20-4D5D-BD34-CF5BB5B6CE49}" dt="2025-12-26T18:21:15.041" v="4769" actId="1076"/>
        <pc:sldMkLst>
          <pc:docMk/>
          <pc:sldMk cId="3593741601" sldId="724"/>
        </pc:sldMkLst>
        <pc:spChg chg="mod">
          <ac:chgData name="kalyan varma" userId="33543a464cdd2c22" providerId="LiveId" clId="{22CB355C-0C20-4D5D-BD34-CF5BB5B6CE49}" dt="2025-12-26T18:21:06.733" v="4768" actId="1076"/>
          <ac:spMkLst>
            <pc:docMk/>
            <pc:sldMk cId="3593741601" sldId="724"/>
            <ac:spMk id="2" creationId="{1D4D81B5-2D33-DC5C-493F-835C3D6E4E3E}"/>
          </ac:spMkLst>
        </pc:spChg>
        <pc:spChg chg="mod">
          <ac:chgData name="kalyan varma" userId="33543a464cdd2c22" providerId="LiveId" clId="{22CB355C-0C20-4D5D-BD34-CF5BB5B6CE49}" dt="2025-12-26T18:21:15.041" v="4769" actId="1076"/>
          <ac:spMkLst>
            <pc:docMk/>
            <pc:sldMk cId="3593741601" sldId="724"/>
            <ac:spMk id="4" creationId="{9D2403B4-EB42-516A-6347-8D5EAFB1C18D}"/>
          </ac:spMkLst>
        </pc:spChg>
      </pc:sldChg>
      <pc:sldChg chg="modSp mod modAnim">
        <pc:chgData name="kalyan varma" userId="33543a464cdd2c22" providerId="LiveId" clId="{22CB355C-0C20-4D5D-BD34-CF5BB5B6CE49}" dt="2025-12-26T18:27:12.021" v="4854"/>
        <pc:sldMkLst>
          <pc:docMk/>
          <pc:sldMk cId="3694677532" sldId="730"/>
        </pc:sldMkLst>
        <pc:spChg chg="mod">
          <ac:chgData name="kalyan varma" userId="33543a464cdd2c22" providerId="LiveId" clId="{22CB355C-0C20-4D5D-BD34-CF5BB5B6CE49}" dt="2025-12-26T18:24:58.042" v="4838" actId="1076"/>
          <ac:spMkLst>
            <pc:docMk/>
            <pc:sldMk cId="3694677532" sldId="730"/>
            <ac:spMk id="2" creationId="{0DC21E30-591E-E525-6526-1C6AC3891393}"/>
          </ac:spMkLst>
        </pc:spChg>
      </pc:sldChg>
      <pc:sldChg chg="addSp delSp modSp mod delAnim">
        <pc:chgData name="kalyan varma" userId="33543a464cdd2c22" providerId="LiveId" clId="{22CB355C-0C20-4D5D-BD34-CF5BB5B6CE49}" dt="2025-12-26T18:17:36.897" v="4701" actId="14100"/>
        <pc:sldMkLst>
          <pc:docMk/>
          <pc:sldMk cId="2071019931" sldId="731"/>
        </pc:sldMkLst>
        <pc:spChg chg="mod">
          <ac:chgData name="kalyan varma" userId="33543a464cdd2c22" providerId="LiveId" clId="{22CB355C-0C20-4D5D-BD34-CF5BB5B6CE49}" dt="2025-12-26T18:05:53.775" v="4163" actId="403"/>
          <ac:spMkLst>
            <pc:docMk/>
            <pc:sldMk cId="2071019931" sldId="731"/>
            <ac:spMk id="2" creationId="{5048CAC1-2B89-3BB1-C68D-0B6B0A0CEC7F}"/>
          </ac:spMkLst>
        </pc:spChg>
        <pc:spChg chg="add mod">
          <ac:chgData name="kalyan varma" userId="33543a464cdd2c22" providerId="LiveId" clId="{22CB355C-0C20-4D5D-BD34-CF5BB5B6CE49}" dt="2025-12-26T18:17:14.569" v="4698" actId="20577"/>
          <ac:spMkLst>
            <pc:docMk/>
            <pc:sldMk cId="2071019931" sldId="731"/>
            <ac:spMk id="4" creationId="{9FFFF45D-C3AD-1C44-497D-5D281197A108}"/>
          </ac:spMkLst>
        </pc:spChg>
        <pc:spChg chg="add del mod">
          <ac:chgData name="kalyan varma" userId="33543a464cdd2c22" providerId="LiveId" clId="{22CB355C-0C20-4D5D-BD34-CF5BB5B6CE49}" dt="2025-12-26T18:10:10.502" v="4352"/>
          <ac:spMkLst>
            <pc:docMk/>
            <pc:sldMk cId="2071019931" sldId="731"/>
            <ac:spMk id="5" creationId="{D29BD784-0A9F-B94D-6D74-C3C158FB04F7}"/>
          </ac:spMkLst>
        </pc:spChg>
        <pc:spChg chg="add mod">
          <ac:chgData name="kalyan varma" userId="33543a464cdd2c22" providerId="LiveId" clId="{22CB355C-0C20-4D5D-BD34-CF5BB5B6CE49}" dt="2025-12-26T18:13:12.524" v="4449" actId="20577"/>
          <ac:spMkLst>
            <pc:docMk/>
            <pc:sldMk cId="2071019931" sldId="731"/>
            <ac:spMk id="6" creationId="{FE70A9EB-A2FF-65F7-B8D2-1271032E7ED5}"/>
          </ac:spMkLst>
        </pc:spChg>
        <pc:spChg chg="add mod">
          <ac:chgData name="kalyan varma" userId="33543a464cdd2c22" providerId="LiveId" clId="{22CB355C-0C20-4D5D-BD34-CF5BB5B6CE49}" dt="2025-12-26T18:17:36.897" v="4701" actId="14100"/>
          <ac:spMkLst>
            <pc:docMk/>
            <pc:sldMk cId="2071019931" sldId="731"/>
            <ac:spMk id="7" creationId="{94D523B1-26A4-9ADA-E13C-3CEE47B59BF6}"/>
          </ac:spMkLst>
        </pc:spChg>
        <pc:picChg chg="del">
          <ac:chgData name="kalyan varma" userId="33543a464cdd2c22" providerId="LiveId" clId="{22CB355C-0C20-4D5D-BD34-CF5BB5B6CE49}" dt="2025-12-26T18:05:23.515" v="4135" actId="478"/>
          <ac:picMkLst>
            <pc:docMk/>
            <pc:sldMk cId="2071019931" sldId="731"/>
            <ac:picMk id="3" creationId="{024AF11D-59D8-5737-A480-D16BFEC150BA}"/>
          </ac:picMkLst>
        </pc:picChg>
      </pc:sldChg>
      <pc:sldChg chg="addSp delSp modSp new mod">
        <pc:chgData name="kalyan varma" userId="33543a464cdd2c22" providerId="LiveId" clId="{22CB355C-0C20-4D5D-BD34-CF5BB5B6CE49}" dt="2025-12-26T16:53:07.968" v="2992" actId="12084"/>
        <pc:sldMkLst>
          <pc:docMk/>
          <pc:sldMk cId="2695942731" sldId="732"/>
        </pc:sldMkLst>
        <pc:spChg chg="mod">
          <ac:chgData name="kalyan varma" userId="33543a464cdd2c22" providerId="LiveId" clId="{22CB355C-0C20-4D5D-BD34-CF5BB5B6CE49}" dt="2025-12-25T10:44:39.290" v="1046" actId="1076"/>
          <ac:spMkLst>
            <pc:docMk/>
            <pc:sldMk cId="2695942731" sldId="732"/>
            <ac:spMk id="2" creationId="{AAC66BBC-EE4E-F8D9-85FE-05048714F0B2}"/>
          </ac:spMkLst>
        </pc:spChg>
        <pc:spChg chg="del mod">
          <ac:chgData name="kalyan varma" userId="33543a464cdd2c22" providerId="LiveId" clId="{22CB355C-0C20-4D5D-BD34-CF5BB5B6CE49}" dt="2025-12-26T16:53:07.968" v="2992" actId="12084"/>
          <ac:spMkLst>
            <pc:docMk/>
            <pc:sldMk cId="2695942731" sldId="732"/>
            <ac:spMk id="3" creationId="{9C71FE03-856B-0BFB-2F80-4D3137E8C9E6}"/>
          </ac:spMkLst>
        </pc:spChg>
        <pc:graphicFrameChg chg="add mod">
          <ac:chgData name="kalyan varma" userId="33543a464cdd2c22" providerId="LiveId" clId="{22CB355C-0C20-4D5D-BD34-CF5BB5B6CE49}" dt="2025-12-26T16:53:07.968" v="2992" actId="12084"/>
          <ac:graphicFrameMkLst>
            <pc:docMk/>
            <pc:sldMk cId="2695942731" sldId="732"/>
            <ac:graphicFrameMk id="4" creationId="{A0DA014E-E9EA-B5C9-9141-367878DD0A34}"/>
          </ac:graphicFrameMkLst>
        </pc:graphicFrameChg>
      </pc:sldChg>
      <pc:sldChg chg="addSp delSp modSp new mod">
        <pc:chgData name="kalyan varma" userId="33543a464cdd2c22" providerId="LiveId" clId="{22CB355C-0C20-4D5D-BD34-CF5BB5B6CE49}" dt="2025-12-26T14:43:06.777" v="2908" actId="207"/>
        <pc:sldMkLst>
          <pc:docMk/>
          <pc:sldMk cId="970755722" sldId="733"/>
        </pc:sldMkLst>
        <pc:spChg chg="mod">
          <ac:chgData name="kalyan varma" userId="33543a464cdd2c22" providerId="LiveId" clId="{22CB355C-0C20-4D5D-BD34-CF5BB5B6CE49}" dt="2025-12-26T10:02:12.416" v="2215" actId="1076"/>
          <ac:spMkLst>
            <pc:docMk/>
            <pc:sldMk cId="970755722" sldId="733"/>
            <ac:spMk id="2" creationId="{5433199A-3B5F-89D3-9305-074A9AB2B560}"/>
          </ac:spMkLst>
        </pc:spChg>
        <pc:spChg chg="mod">
          <ac:chgData name="kalyan varma" userId="33543a464cdd2c22" providerId="LiveId" clId="{22CB355C-0C20-4D5D-BD34-CF5BB5B6CE49}" dt="2025-12-26T09:28:33.429" v="1847" actId="20577"/>
          <ac:spMkLst>
            <pc:docMk/>
            <pc:sldMk cId="970755722" sldId="733"/>
            <ac:spMk id="3" creationId="{FF321BDA-F7D1-6F23-F9FA-E23B400A0CB0}"/>
          </ac:spMkLst>
        </pc:spChg>
        <pc:spChg chg="add del mod">
          <ac:chgData name="kalyan varma" userId="33543a464cdd2c22" providerId="LiveId" clId="{22CB355C-0C20-4D5D-BD34-CF5BB5B6CE49}" dt="2025-12-26T08:16:37.171" v="1761"/>
          <ac:spMkLst>
            <pc:docMk/>
            <pc:sldMk cId="970755722" sldId="733"/>
            <ac:spMk id="4" creationId="{6D16CFAC-98C4-D657-C60F-3123A3A185ED}"/>
          </ac:spMkLst>
        </pc:spChg>
        <pc:spChg chg="add mod">
          <ac:chgData name="kalyan varma" userId="33543a464cdd2c22" providerId="LiveId" clId="{22CB355C-0C20-4D5D-BD34-CF5BB5B6CE49}" dt="2025-12-26T14:43:06.777" v="2908" actId="207"/>
          <ac:spMkLst>
            <pc:docMk/>
            <pc:sldMk cId="970755722" sldId="733"/>
            <ac:spMk id="5" creationId="{F32F0013-7DA9-428F-0176-15FDB04DFC99}"/>
          </ac:spMkLst>
        </pc:spChg>
        <pc:spChg chg="add mod">
          <ac:chgData name="kalyan varma" userId="33543a464cdd2c22" providerId="LiveId" clId="{22CB355C-0C20-4D5D-BD34-CF5BB5B6CE49}" dt="2025-12-26T14:38:00.334" v="2901" actId="114"/>
          <ac:spMkLst>
            <pc:docMk/>
            <pc:sldMk cId="970755722" sldId="733"/>
            <ac:spMk id="6" creationId="{D5DE7B1D-8ED8-6DAA-3D37-D85C38913B04}"/>
          </ac:spMkLst>
        </pc:spChg>
        <pc:picChg chg="add mod">
          <ac:chgData name="kalyan varma" userId="33543a464cdd2c22" providerId="LiveId" clId="{22CB355C-0C20-4D5D-BD34-CF5BB5B6CE49}" dt="2025-12-26T09:55:10.590" v="1995" actId="14100"/>
          <ac:picMkLst>
            <pc:docMk/>
            <pc:sldMk cId="970755722" sldId="733"/>
            <ac:picMk id="8" creationId="{EB24B82B-2B26-11E2-AD8D-8262878E554D}"/>
          </ac:picMkLst>
        </pc:picChg>
        <pc:picChg chg="add mod">
          <ac:chgData name="kalyan varma" userId="33543a464cdd2c22" providerId="LiveId" clId="{22CB355C-0C20-4D5D-BD34-CF5BB5B6CE49}" dt="2025-12-26T09:54:47.961" v="1989" actId="1076"/>
          <ac:picMkLst>
            <pc:docMk/>
            <pc:sldMk cId="970755722" sldId="733"/>
            <ac:picMk id="10" creationId="{D13A3279-58F2-3FB7-166E-4C8D566B8E0E}"/>
          </ac:picMkLst>
        </pc:picChg>
        <pc:picChg chg="add mod">
          <ac:chgData name="kalyan varma" userId="33543a464cdd2c22" providerId="LiveId" clId="{22CB355C-0C20-4D5D-BD34-CF5BB5B6CE49}" dt="2025-12-26T09:55:17.145" v="1996" actId="1076"/>
          <ac:picMkLst>
            <pc:docMk/>
            <pc:sldMk cId="970755722" sldId="733"/>
            <ac:picMk id="12" creationId="{9251E199-D27E-4357-DFD1-E64D99F83884}"/>
          </ac:picMkLst>
        </pc:picChg>
      </pc:sldChg>
      <pc:sldChg chg="modSp new mod">
        <pc:chgData name="kalyan varma" userId="33543a464cdd2c22" providerId="LiveId" clId="{22CB355C-0C20-4D5D-BD34-CF5BB5B6CE49}" dt="2025-12-26T18:22:21.941" v="4797" actId="1076"/>
        <pc:sldMkLst>
          <pc:docMk/>
          <pc:sldMk cId="656187571" sldId="734"/>
        </pc:sldMkLst>
        <pc:spChg chg="mod">
          <ac:chgData name="kalyan varma" userId="33543a464cdd2c22" providerId="LiveId" clId="{22CB355C-0C20-4D5D-BD34-CF5BB5B6CE49}" dt="2025-12-26T18:21:59.784" v="4795" actId="1076"/>
          <ac:spMkLst>
            <pc:docMk/>
            <pc:sldMk cId="656187571" sldId="734"/>
            <ac:spMk id="2" creationId="{92365F87-F633-77C7-45E9-19C47C869725}"/>
          </ac:spMkLst>
        </pc:spChg>
        <pc:spChg chg="mod">
          <ac:chgData name="kalyan varma" userId="33543a464cdd2c22" providerId="LiveId" clId="{22CB355C-0C20-4D5D-BD34-CF5BB5B6CE49}" dt="2025-12-26T18:22:21.941" v="4797" actId="1076"/>
          <ac:spMkLst>
            <pc:docMk/>
            <pc:sldMk cId="656187571" sldId="734"/>
            <ac:spMk id="3" creationId="{3118632A-ADA2-1304-94B8-5DA88D05CDE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A40D23-AD73-401D-B316-148E08DFB37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1331C66E-228D-4983-ABD9-A9D91B818EE0}">
      <dgm:prSet/>
      <dgm:spPr/>
      <dgm:t>
        <a:bodyPr/>
        <a:lstStyle/>
        <a:p>
          <a:r>
            <a:rPr lang="en-US"/>
            <a:t>In this data set as we can see that the class imbalance in feature variable.</a:t>
          </a:r>
          <a:endParaRPr lang="en-IN"/>
        </a:p>
      </dgm:t>
    </dgm:pt>
    <dgm:pt modelId="{E1A221DF-E578-4B28-828B-A0E15657C279}" type="parTrans" cxnId="{6039E761-0F72-4BB7-8362-00093A22B891}">
      <dgm:prSet/>
      <dgm:spPr/>
      <dgm:t>
        <a:bodyPr/>
        <a:lstStyle/>
        <a:p>
          <a:endParaRPr lang="en-IN"/>
        </a:p>
      </dgm:t>
    </dgm:pt>
    <dgm:pt modelId="{E2B6CDCE-705E-42A5-8CB8-94DE8310D763}" type="sibTrans" cxnId="{6039E761-0F72-4BB7-8362-00093A22B891}">
      <dgm:prSet/>
      <dgm:spPr/>
      <dgm:t>
        <a:bodyPr/>
        <a:lstStyle/>
        <a:p>
          <a:endParaRPr lang="en-IN"/>
        </a:p>
      </dgm:t>
    </dgm:pt>
    <dgm:pt modelId="{2BCEBC7E-272F-4374-BCBC-67845F2BB36F}">
      <dgm:prSet/>
      <dgm:spPr/>
      <dgm:t>
        <a:bodyPr/>
        <a:lstStyle/>
        <a:p>
          <a:r>
            <a:rPr lang="en-US"/>
            <a:t>zero indicate non-fraud transaction.</a:t>
          </a:r>
          <a:endParaRPr lang="en-IN"/>
        </a:p>
      </dgm:t>
    </dgm:pt>
    <dgm:pt modelId="{937AB341-C299-4C64-B166-A137913D7CB4}" type="parTrans" cxnId="{2055E364-B25A-416C-A3F3-ADFD285062C3}">
      <dgm:prSet/>
      <dgm:spPr/>
      <dgm:t>
        <a:bodyPr/>
        <a:lstStyle/>
        <a:p>
          <a:endParaRPr lang="en-IN"/>
        </a:p>
      </dgm:t>
    </dgm:pt>
    <dgm:pt modelId="{22A788B2-9D8C-49BC-9015-F71C6D04AA16}" type="sibTrans" cxnId="{2055E364-B25A-416C-A3F3-ADFD285062C3}">
      <dgm:prSet/>
      <dgm:spPr/>
      <dgm:t>
        <a:bodyPr/>
        <a:lstStyle/>
        <a:p>
          <a:endParaRPr lang="en-IN"/>
        </a:p>
      </dgm:t>
    </dgm:pt>
    <dgm:pt modelId="{47A91068-6723-403E-855B-F2209E570B7C}">
      <dgm:prSet/>
      <dgm:spPr/>
      <dgm:t>
        <a:bodyPr/>
        <a:lstStyle/>
        <a:p>
          <a:r>
            <a:rPr lang="en-US"/>
            <a:t>one indicate fraud transaction.</a:t>
          </a:r>
          <a:endParaRPr lang="en-IN"/>
        </a:p>
      </dgm:t>
    </dgm:pt>
    <dgm:pt modelId="{0B5B8A17-8033-4B58-8C61-2942ED9AB1B5}" type="parTrans" cxnId="{82DBA1D8-DA89-4EE3-A82A-1448DF6E15F8}">
      <dgm:prSet/>
      <dgm:spPr/>
      <dgm:t>
        <a:bodyPr/>
        <a:lstStyle/>
        <a:p>
          <a:endParaRPr lang="en-IN"/>
        </a:p>
      </dgm:t>
    </dgm:pt>
    <dgm:pt modelId="{FAE7CF22-947A-42C2-90D2-61E7CCF3053E}" type="sibTrans" cxnId="{82DBA1D8-DA89-4EE3-A82A-1448DF6E15F8}">
      <dgm:prSet/>
      <dgm:spPr/>
      <dgm:t>
        <a:bodyPr/>
        <a:lstStyle/>
        <a:p>
          <a:endParaRPr lang="en-IN"/>
        </a:p>
      </dgm:t>
    </dgm:pt>
    <dgm:pt modelId="{C1637307-FF4C-4E10-93DB-68EB89745CCD}">
      <dgm:prSet/>
      <dgm:spPr/>
      <dgm:t>
        <a:bodyPr/>
        <a:lstStyle/>
        <a:p>
          <a:r>
            <a:rPr lang="en-US"/>
            <a:t>The fraud transaction are mainly occurred in TRANSFER and CASH_OUT transaction type in this data set.</a:t>
          </a:r>
          <a:endParaRPr lang="en-IN"/>
        </a:p>
      </dgm:t>
    </dgm:pt>
    <dgm:pt modelId="{6EEEF55B-D138-4A41-B19F-E06E16E19548}" type="parTrans" cxnId="{437BECE1-FCAA-4613-A3C6-1DDAF1237B87}">
      <dgm:prSet/>
      <dgm:spPr/>
      <dgm:t>
        <a:bodyPr/>
        <a:lstStyle/>
        <a:p>
          <a:endParaRPr lang="en-IN"/>
        </a:p>
      </dgm:t>
    </dgm:pt>
    <dgm:pt modelId="{05901814-D151-4E01-91B3-5E08DA73C29C}" type="sibTrans" cxnId="{437BECE1-FCAA-4613-A3C6-1DDAF1237B87}">
      <dgm:prSet/>
      <dgm:spPr/>
      <dgm:t>
        <a:bodyPr/>
        <a:lstStyle/>
        <a:p>
          <a:endParaRPr lang="en-IN"/>
        </a:p>
      </dgm:t>
    </dgm:pt>
    <dgm:pt modelId="{9A891108-11DE-4386-8E02-8F6D7976006B}">
      <dgm:prSet/>
      <dgm:spPr/>
      <dgm:t>
        <a:bodyPr/>
        <a:lstStyle/>
        <a:p>
          <a:r>
            <a:rPr lang="en-US"/>
            <a:t>CASH_OUT 578.</a:t>
          </a:r>
          <a:endParaRPr lang="en-IN"/>
        </a:p>
      </dgm:t>
    </dgm:pt>
    <dgm:pt modelId="{02C1D9C9-6330-4CDF-9563-AF85ADB1C70C}" type="parTrans" cxnId="{3FFA38C3-C016-486F-AE4E-CEF7B1C45E34}">
      <dgm:prSet/>
      <dgm:spPr/>
      <dgm:t>
        <a:bodyPr/>
        <a:lstStyle/>
        <a:p>
          <a:endParaRPr lang="en-IN"/>
        </a:p>
      </dgm:t>
    </dgm:pt>
    <dgm:pt modelId="{2604A855-55B2-4F0C-97E5-DFE4A98F9A77}" type="sibTrans" cxnId="{3FFA38C3-C016-486F-AE4E-CEF7B1C45E34}">
      <dgm:prSet/>
      <dgm:spPr/>
      <dgm:t>
        <a:bodyPr/>
        <a:lstStyle/>
        <a:p>
          <a:endParaRPr lang="en-IN"/>
        </a:p>
      </dgm:t>
    </dgm:pt>
    <dgm:pt modelId="{DE01C723-169E-43FD-BE1A-0C5BB4B20129}">
      <dgm:prSet/>
      <dgm:spPr/>
      <dgm:t>
        <a:bodyPr/>
        <a:lstStyle/>
        <a:p>
          <a:r>
            <a:rPr lang="en-US"/>
            <a:t>TRANSFER 564.</a:t>
          </a:r>
          <a:endParaRPr lang="en-IN"/>
        </a:p>
      </dgm:t>
    </dgm:pt>
    <dgm:pt modelId="{EBDE302A-6158-40B9-B4EB-9E5366916C9B}" type="parTrans" cxnId="{D8733CDE-6E59-4CBD-8A5F-15A984B7B8B2}">
      <dgm:prSet/>
      <dgm:spPr/>
      <dgm:t>
        <a:bodyPr/>
        <a:lstStyle/>
        <a:p>
          <a:endParaRPr lang="en-IN"/>
        </a:p>
      </dgm:t>
    </dgm:pt>
    <dgm:pt modelId="{B2643A5A-66E0-4A97-80F0-185423BF6FFC}" type="sibTrans" cxnId="{D8733CDE-6E59-4CBD-8A5F-15A984B7B8B2}">
      <dgm:prSet/>
      <dgm:spPr/>
      <dgm:t>
        <a:bodyPr/>
        <a:lstStyle/>
        <a:p>
          <a:endParaRPr lang="en-IN"/>
        </a:p>
      </dgm:t>
    </dgm:pt>
    <dgm:pt modelId="{D26D17B2-163E-44D9-96E0-8EE6DA54CA36}">
      <dgm:prSet/>
      <dgm:spPr/>
      <dgm:t>
        <a:bodyPr/>
        <a:lstStyle/>
        <a:p>
          <a:r>
            <a:rPr lang="en-US"/>
            <a:t>Fraud transactions mostly involve large amounts.</a:t>
          </a:r>
          <a:endParaRPr lang="en-IN"/>
        </a:p>
      </dgm:t>
    </dgm:pt>
    <dgm:pt modelId="{9CCFFEC9-8FE0-4853-8BB9-D6869F880C12}" type="parTrans" cxnId="{375635FF-0952-437C-BA7B-D50A07BA025A}">
      <dgm:prSet/>
      <dgm:spPr/>
      <dgm:t>
        <a:bodyPr/>
        <a:lstStyle/>
        <a:p>
          <a:endParaRPr lang="en-IN"/>
        </a:p>
      </dgm:t>
    </dgm:pt>
    <dgm:pt modelId="{6096A805-E513-4048-BDA5-9DD8E4788349}" type="sibTrans" cxnId="{375635FF-0952-437C-BA7B-D50A07BA025A}">
      <dgm:prSet/>
      <dgm:spPr/>
      <dgm:t>
        <a:bodyPr/>
        <a:lstStyle/>
        <a:p>
          <a:endParaRPr lang="en-IN"/>
        </a:p>
      </dgm:t>
    </dgm:pt>
    <dgm:pt modelId="{E71ECD59-4ED5-4432-9EE4-9CB98A677E86}">
      <dgm:prSet/>
      <dgm:spPr/>
      <dgm:t>
        <a:bodyPr/>
        <a:lstStyle/>
        <a:p>
          <a:r>
            <a:rPr lang="en-US"/>
            <a:t>Total Fraud Amount: 1361982240.43. </a:t>
          </a:r>
          <a:endParaRPr lang="en-IN"/>
        </a:p>
      </dgm:t>
    </dgm:pt>
    <dgm:pt modelId="{340F91ED-F41D-4C47-8153-5E714F9611E4}" type="parTrans" cxnId="{D3F4ED1F-A4D9-41BD-B2B7-94A70E5705D8}">
      <dgm:prSet/>
      <dgm:spPr/>
      <dgm:t>
        <a:bodyPr/>
        <a:lstStyle/>
        <a:p>
          <a:endParaRPr lang="en-IN"/>
        </a:p>
      </dgm:t>
    </dgm:pt>
    <dgm:pt modelId="{0DEF045E-C971-4227-BE58-F27B628FBB10}" type="sibTrans" cxnId="{D3F4ED1F-A4D9-41BD-B2B7-94A70E5705D8}">
      <dgm:prSet/>
      <dgm:spPr/>
      <dgm:t>
        <a:bodyPr/>
        <a:lstStyle/>
        <a:p>
          <a:endParaRPr lang="en-IN"/>
        </a:p>
      </dgm:t>
    </dgm:pt>
    <dgm:pt modelId="{2CFA65C1-4D0C-4C0F-A4F6-036F8F82FE4F}">
      <dgm:prSet/>
      <dgm:spPr/>
      <dgm:t>
        <a:bodyPr/>
        <a:lstStyle/>
        <a:p>
          <a:r>
            <a:rPr lang="en-US"/>
            <a:t>Total Non_Fraud Amount: 1013397286.3799999.</a:t>
          </a:r>
          <a:endParaRPr lang="en-IN"/>
        </a:p>
      </dgm:t>
    </dgm:pt>
    <dgm:pt modelId="{4C637FD3-F97C-4F0A-9A6E-13D049FA4318}" type="parTrans" cxnId="{FE8E3F13-22AC-4011-A8B2-F5272F2D856F}">
      <dgm:prSet/>
      <dgm:spPr/>
      <dgm:t>
        <a:bodyPr/>
        <a:lstStyle/>
        <a:p>
          <a:endParaRPr lang="en-IN"/>
        </a:p>
      </dgm:t>
    </dgm:pt>
    <dgm:pt modelId="{10DC037D-7F0A-416A-82B4-6C0E2A29F8C9}" type="sibTrans" cxnId="{FE8E3F13-22AC-4011-A8B2-F5272F2D856F}">
      <dgm:prSet/>
      <dgm:spPr/>
      <dgm:t>
        <a:bodyPr/>
        <a:lstStyle/>
        <a:p>
          <a:endParaRPr lang="en-IN"/>
        </a:p>
      </dgm:t>
    </dgm:pt>
    <dgm:pt modelId="{B8921B25-0770-41DB-A420-0A6FE7E42567}" type="pres">
      <dgm:prSet presAssocID="{0EA40D23-AD73-401D-B316-148E08DFB37D}" presName="linear" presStyleCnt="0">
        <dgm:presLayoutVars>
          <dgm:animLvl val="lvl"/>
          <dgm:resizeHandles val="exact"/>
        </dgm:presLayoutVars>
      </dgm:prSet>
      <dgm:spPr/>
    </dgm:pt>
    <dgm:pt modelId="{413782A4-4E56-4F54-AADB-EA3D6698CF56}" type="pres">
      <dgm:prSet presAssocID="{1331C66E-228D-4983-ABD9-A9D91B818EE0}" presName="parentText" presStyleLbl="node1" presStyleIdx="0" presStyleCnt="3">
        <dgm:presLayoutVars>
          <dgm:chMax val="0"/>
          <dgm:bulletEnabled val="1"/>
        </dgm:presLayoutVars>
      </dgm:prSet>
      <dgm:spPr/>
    </dgm:pt>
    <dgm:pt modelId="{33A0A0C6-6EB4-4863-BC30-8372FF3AAA97}" type="pres">
      <dgm:prSet presAssocID="{1331C66E-228D-4983-ABD9-A9D91B818EE0}" presName="childText" presStyleLbl="revTx" presStyleIdx="0" presStyleCnt="3">
        <dgm:presLayoutVars>
          <dgm:bulletEnabled val="1"/>
        </dgm:presLayoutVars>
      </dgm:prSet>
      <dgm:spPr/>
    </dgm:pt>
    <dgm:pt modelId="{CD03DA47-32FD-4D2B-8740-152FD018B04B}" type="pres">
      <dgm:prSet presAssocID="{C1637307-FF4C-4E10-93DB-68EB89745CCD}" presName="parentText" presStyleLbl="node1" presStyleIdx="1" presStyleCnt="3">
        <dgm:presLayoutVars>
          <dgm:chMax val="0"/>
          <dgm:bulletEnabled val="1"/>
        </dgm:presLayoutVars>
      </dgm:prSet>
      <dgm:spPr/>
    </dgm:pt>
    <dgm:pt modelId="{E96FD02A-CE38-433F-837E-FC47ACFFCF99}" type="pres">
      <dgm:prSet presAssocID="{C1637307-FF4C-4E10-93DB-68EB89745CCD}" presName="childText" presStyleLbl="revTx" presStyleIdx="1" presStyleCnt="3">
        <dgm:presLayoutVars>
          <dgm:bulletEnabled val="1"/>
        </dgm:presLayoutVars>
      </dgm:prSet>
      <dgm:spPr/>
    </dgm:pt>
    <dgm:pt modelId="{1D88D043-AF48-4045-BB92-1D6E03C76C7F}" type="pres">
      <dgm:prSet presAssocID="{D26D17B2-163E-44D9-96E0-8EE6DA54CA36}" presName="parentText" presStyleLbl="node1" presStyleIdx="2" presStyleCnt="3">
        <dgm:presLayoutVars>
          <dgm:chMax val="0"/>
          <dgm:bulletEnabled val="1"/>
        </dgm:presLayoutVars>
      </dgm:prSet>
      <dgm:spPr/>
    </dgm:pt>
    <dgm:pt modelId="{5A7859EA-E3AE-4EE3-8B7A-1D70C2E6213B}" type="pres">
      <dgm:prSet presAssocID="{D26D17B2-163E-44D9-96E0-8EE6DA54CA36}" presName="childText" presStyleLbl="revTx" presStyleIdx="2" presStyleCnt="3">
        <dgm:presLayoutVars>
          <dgm:bulletEnabled val="1"/>
        </dgm:presLayoutVars>
      </dgm:prSet>
      <dgm:spPr/>
    </dgm:pt>
  </dgm:ptLst>
  <dgm:cxnLst>
    <dgm:cxn modelId="{5695C506-9A71-4FF3-908D-89FB4401D8E7}" type="presOf" srcId="{E71ECD59-4ED5-4432-9EE4-9CB98A677E86}" destId="{5A7859EA-E3AE-4EE3-8B7A-1D70C2E6213B}" srcOrd="0" destOrd="0" presId="urn:microsoft.com/office/officeart/2005/8/layout/vList2"/>
    <dgm:cxn modelId="{CC41A50C-0727-47D9-BE9C-C0289BF92E73}" type="presOf" srcId="{1331C66E-228D-4983-ABD9-A9D91B818EE0}" destId="{413782A4-4E56-4F54-AADB-EA3D6698CF56}" srcOrd="0" destOrd="0" presId="urn:microsoft.com/office/officeart/2005/8/layout/vList2"/>
    <dgm:cxn modelId="{FE8E3F13-22AC-4011-A8B2-F5272F2D856F}" srcId="{D26D17B2-163E-44D9-96E0-8EE6DA54CA36}" destId="{2CFA65C1-4D0C-4C0F-A4F6-036F8F82FE4F}" srcOrd="1" destOrd="0" parTransId="{4C637FD3-F97C-4F0A-9A6E-13D049FA4318}" sibTransId="{10DC037D-7F0A-416A-82B4-6C0E2A29F8C9}"/>
    <dgm:cxn modelId="{5AFF8713-3852-47B7-B031-A438F53D4196}" type="presOf" srcId="{9A891108-11DE-4386-8E02-8F6D7976006B}" destId="{E96FD02A-CE38-433F-837E-FC47ACFFCF99}" srcOrd="0" destOrd="0" presId="urn:microsoft.com/office/officeart/2005/8/layout/vList2"/>
    <dgm:cxn modelId="{D3F4ED1F-A4D9-41BD-B2B7-94A70E5705D8}" srcId="{D26D17B2-163E-44D9-96E0-8EE6DA54CA36}" destId="{E71ECD59-4ED5-4432-9EE4-9CB98A677E86}" srcOrd="0" destOrd="0" parTransId="{340F91ED-F41D-4C47-8153-5E714F9611E4}" sibTransId="{0DEF045E-C971-4227-BE58-F27B628FBB10}"/>
    <dgm:cxn modelId="{6039E761-0F72-4BB7-8362-00093A22B891}" srcId="{0EA40D23-AD73-401D-B316-148E08DFB37D}" destId="{1331C66E-228D-4983-ABD9-A9D91B818EE0}" srcOrd="0" destOrd="0" parTransId="{E1A221DF-E578-4B28-828B-A0E15657C279}" sibTransId="{E2B6CDCE-705E-42A5-8CB8-94DE8310D763}"/>
    <dgm:cxn modelId="{2055E364-B25A-416C-A3F3-ADFD285062C3}" srcId="{1331C66E-228D-4983-ABD9-A9D91B818EE0}" destId="{2BCEBC7E-272F-4374-BCBC-67845F2BB36F}" srcOrd="0" destOrd="0" parTransId="{937AB341-C299-4C64-B166-A137913D7CB4}" sibTransId="{22A788B2-9D8C-49BC-9015-F71C6D04AA16}"/>
    <dgm:cxn modelId="{49FFF165-8579-4EA7-8911-90CAF3A9BEC4}" type="presOf" srcId="{2CFA65C1-4D0C-4C0F-A4F6-036F8F82FE4F}" destId="{5A7859EA-E3AE-4EE3-8B7A-1D70C2E6213B}" srcOrd="0" destOrd="1" presId="urn:microsoft.com/office/officeart/2005/8/layout/vList2"/>
    <dgm:cxn modelId="{B4F6B374-E1B2-4C2D-A93F-2E306437A8C0}" type="presOf" srcId="{2BCEBC7E-272F-4374-BCBC-67845F2BB36F}" destId="{33A0A0C6-6EB4-4863-BC30-8372FF3AAA97}" srcOrd="0" destOrd="0" presId="urn:microsoft.com/office/officeart/2005/8/layout/vList2"/>
    <dgm:cxn modelId="{8880309A-4D7C-4716-874B-D4D760E290E8}" type="presOf" srcId="{C1637307-FF4C-4E10-93DB-68EB89745CCD}" destId="{CD03DA47-32FD-4D2B-8740-152FD018B04B}" srcOrd="0" destOrd="0" presId="urn:microsoft.com/office/officeart/2005/8/layout/vList2"/>
    <dgm:cxn modelId="{D13C7CC1-284A-495D-8F94-79EB668B3DBA}" type="presOf" srcId="{47A91068-6723-403E-855B-F2209E570B7C}" destId="{33A0A0C6-6EB4-4863-BC30-8372FF3AAA97}" srcOrd="0" destOrd="1" presId="urn:microsoft.com/office/officeart/2005/8/layout/vList2"/>
    <dgm:cxn modelId="{3FFA38C3-C016-486F-AE4E-CEF7B1C45E34}" srcId="{C1637307-FF4C-4E10-93DB-68EB89745CCD}" destId="{9A891108-11DE-4386-8E02-8F6D7976006B}" srcOrd="0" destOrd="0" parTransId="{02C1D9C9-6330-4CDF-9563-AF85ADB1C70C}" sibTransId="{2604A855-55B2-4F0C-97E5-DFE4A98F9A77}"/>
    <dgm:cxn modelId="{D54428CD-151F-468D-A7EE-232CF4D036C1}" type="presOf" srcId="{DE01C723-169E-43FD-BE1A-0C5BB4B20129}" destId="{E96FD02A-CE38-433F-837E-FC47ACFFCF99}" srcOrd="0" destOrd="1" presId="urn:microsoft.com/office/officeart/2005/8/layout/vList2"/>
    <dgm:cxn modelId="{82DBA1D8-DA89-4EE3-A82A-1448DF6E15F8}" srcId="{1331C66E-228D-4983-ABD9-A9D91B818EE0}" destId="{47A91068-6723-403E-855B-F2209E570B7C}" srcOrd="1" destOrd="0" parTransId="{0B5B8A17-8033-4B58-8C61-2942ED9AB1B5}" sibTransId="{FAE7CF22-947A-42C2-90D2-61E7CCF3053E}"/>
    <dgm:cxn modelId="{D8733CDE-6E59-4CBD-8A5F-15A984B7B8B2}" srcId="{C1637307-FF4C-4E10-93DB-68EB89745CCD}" destId="{DE01C723-169E-43FD-BE1A-0C5BB4B20129}" srcOrd="1" destOrd="0" parTransId="{EBDE302A-6158-40B9-B4EB-9E5366916C9B}" sibTransId="{B2643A5A-66E0-4A97-80F0-185423BF6FFC}"/>
    <dgm:cxn modelId="{437BECE1-FCAA-4613-A3C6-1DDAF1237B87}" srcId="{0EA40D23-AD73-401D-B316-148E08DFB37D}" destId="{C1637307-FF4C-4E10-93DB-68EB89745CCD}" srcOrd="1" destOrd="0" parTransId="{6EEEF55B-D138-4A41-B19F-E06E16E19548}" sibTransId="{05901814-D151-4E01-91B3-5E08DA73C29C}"/>
    <dgm:cxn modelId="{177D33EA-8817-471D-8EDC-E260B2B929E8}" type="presOf" srcId="{0EA40D23-AD73-401D-B316-148E08DFB37D}" destId="{B8921B25-0770-41DB-A420-0A6FE7E42567}" srcOrd="0" destOrd="0" presId="urn:microsoft.com/office/officeart/2005/8/layout/vList2"/>
    <dgm:cxn modelId="{E497E7ED-DD57-4F21-9A1E-C93F69D23BAA}" type="presOf" srcId="{D26D17B2-163E-44D9-96E0-8EE6DA54CA36}" destId="{1D88D043-AF48-4045-BB92-1D6E03C76C7F}" srcOrd="0" destOrd="0" presId="urn:microsoft.com/office/officeart/2005/8/layout/vList2"/>
    <dgm:cxn modelId="{375635FF-0952-437C-BA7B-D50A07BA025A}" srcId="{0EA40D23-AD73-401D-B316-148E08DFB37D}" destId="{D26D17B2-163E-44D9-96E0-8EE6DA54CA36}" srcOrd="2" destOrd="0" parTransId="{9CCFFEC9-8FE0-4853-8BB9-D6869F880C12}" sibTransId="{6096A805-E513-4048-BDA5-9DD8E4788349}"/>
    <dgm:cxn modelId="{87069006-8369-4592-8A3D-6ADDED372C57}" type="presParOf" srcId="{B8921B25-0770-41DB-A420-0A6FE7E42567}" destId="{413782A4-4E56-4F54-AADB-EA3D6698CF56}" srcOrd="0" destOrd="0" presId="urn:microsoft.com/office/officeart/2005/8/layout/vList2"/>
    <dgm:cxn modelId="{4B0AF537-00C4-40C4-8FD3-71BC43A5C08B}" type="presParOf" srcId="{B8921B25-0770-41DB-A420-0A6FE7E42567}" destId="{33A0A0C6-6EB4-4863-BC30-8372FF3AAA97}" srcOrd="1" destOrd="0" presId="urn:microsoft.com/office/officeart/2005/8/layout/vList2"/>
    <dgm:cxn modelId="{576E4926-088D-4DE7-AED1-27233EE12D59}" type="presParOf" srcId="{B8921B25-0770-41DB-A420-0A6FE7E42567}" destId="{CD03DA47-32FD-4D2B-8740-152FD018B04B}" srcOrd="2" destOrd="0" presId="urn:microsoft.com/office/officeart/2005/8/layout/vList2"/>
    <dgm:cxn modelId="{6ADB08D4-2DBC-4452-9DCD-A6339FCF887B}" type="presParOf" srcId="{B8921B25-0770-41DB-A420-0A6FE7E42567}" destId="{E96FD02A-CE38-433F-837E-FC47ACFFCF99}" srcOrd="3" destOrd="0" presId="urn:microsoft.com/office/officeart/2005/8/layout/vList2"/>
    <dgm:cxn modelId="{530C5A6C-41DB-46A9-BCE8-B3467F86601A}" type="presParOf" srcId="{B8921B25-0770-41DB-A420-0A6FE7E42567}" destId="{1D88D043-AF48-4045-BB92-1D6E03C76C7F}" srcOrd="4" destOrd="0" presId="urn:microsoft.com/office/officeart/2005/8/layout/vList2"/>
    <dgm:cxn modelId="{B96EB71B-4DB4-440A-A00F-2259F2C41470}" type="presParOf" srcId="{B8921B25-0770-41DB-A420-0A6FE7E42567}" destId="{5A7859EA-E3AE-4EE3-8B7A-1D70C2E6213B}"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F5E38E0-8866-4BD5-ACA2-D697A2BDB6B2}"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IN"/>
        </a:p>
      </dgm:t>
    </dgm:pt>
    <dgm:pt modelId="{FE790C8B-C93E-4EB8-ACB5-141B7F0258A1}">
      <dgm:prSet/>
      <dgm:spPr/>
      <dgm:t>
        <a:bodyPr/>
        <a:lstStyle/>
        <a:p>
          <a:r>
            <a:rPr lang="en-US" b="1"/>
            <a:t>Logistic Regression</a:t>
          </a:r>
          <a:endParaRPr lang="en-IN"/>
        </a:p>
      </dgm:t>
    </dgm:pt>
    <dgm:pt modelId="{770D4666-13E8-4AAE-A4EA-2301C46CB0F8}" type="parTrans" cxnId="{F0D681B1-1220-4B95-A0C7-1BCDC9D21A40}">
      <dgm:prSet/>
      <dgm:spPr/>
      <dgm:t>
        <a:bodyPr/>
        <a:lstStyle/>
        <a:p>
          <a:endParaRPr lang="en-IN"/>
        </a:p>
      </dgm:t>
    </dgm:pt>
    <dgm:pt modelId="{994CD0D9-FE86-4340-9009-A95C31151F3E}" type="sibTrans" cxnId="{F0D681B1-1220-4B95-A0C7-1BCDC9D21A40}">
      <dgm:prSet/>
      <dgm:spPr/>
      <dgm:t>
        <a:bodyPr/>
        <a:lstStyle/>
        <a:p>
          <a:endParaRPr lang="en-IN"/>
        </a:p>
      </dgm:t>
    </dgm:pt>
    <dgm:pt modelId="{44E12A5D-EAF1-4BA0-892E-B3251CC86171}">
      <dgm:prSet/>
      <dgm:spPr/>
      <dgm:t>
        <a:bodyPr/>
        <a:lstStyle/>
        <a:p>
          <a:r>
            <a:rPr lang="en-US"/>
            <a:t>Used as a baseline. A linear model providing high interpretability but often lower performance on complex, non-linear fraud patterns.</a:t>
          </a:r>
          <a:endParaRPr lang="en-IN"/>
        </a:p>
      </dgm:t>
    </dgm:pt>
    <dgm:pt modelId="{93C11BCE-62CC-4799-8BD4-47C91A6E60CF}" type="parTrans" cxnId="{3EA89D37-90E6-4DD8-8A58-10845CF5C955}">
      <dgm:prSet/>
      <dgm:spPr/>
      <dgm:t>
        <a:bodyPr/>
        <a:lstStyle/>
        <a:p>
          <a:endParaRPr lang="en-IN"/>
        </a:p>
      </dgm:t>
    </dgm:pt>
    <dgm:pt modelId="{D33BC743-BF64-4104-8467-2010644DB834}" type="sibTrans" cxnId="{3EA89D37-90E6-4DD8-8A58-10845CF5C955}">
      <dgm:prSet/>
      <dgm:spPr/>
      <dgm:t>
        <a:bodyPr/>
        <a:lstStyle/>
        <a:p>
          <a:endParaRPr lang="en-IN"/>
        </a:p>
      </dgm:t>
    </dgm:pt>
    <dgm:pt modelId="{CE99F810-A4CD-4794-BFD1-26B988995F67}">
      <dgm:prSet/>
      <dgm:spPr/>
      <dgm:t>
        <a:bodyPr/>
        <a:lstStyle/>
        <a:p>
          <a:r>
            <a:rPr lang="en-US" b="1"/>
            <a:t>Decision Tree &amp; Random Forest</a:t>
          </a:r>
          <a:endParaRPr lang="en-IN"/>
        </a:p>
      </dgm:t>
    </dgm:pt>
    <dgm:pt modelId="{4331630C-440B-4A8E-8A7F-1985106A2517}" type="parTrans" cxnId="{E2A9BA2C-63FA-45C7-9DD9-8B0F1E9D0B5A}">
      <dgm:prSet/>
      <dgm:spPr/>
      <dgm:t>
        <a:bodyPr/>
        <a:lstStyle/>
        <a:p>
          <a:endParaRPr lang="en-IN"/>
        </a:p>
      </dgm:t>
    </dgm:pt>
    <dgm:pt modelId="{15356810-A421-43D7-A614-ED43F124AE15}" type="sibTrans" cxnId="{E2A9BA2C-63FA-45C7-9DD9-8B0F1E9D0B5A}">
      <dgm:prSet/>
      <dgm:spPr/>
      <dgm:t>
        <a:bodyPr/>
        <a:lstStyle/>
        <a:p>
          <a:endParaRPr lang="en-IN"/>
        </a:p>
      </dgm:t>
    </dgm:pt>
    <dgm:pt modelId="{D29CF819-3F98-4F0C-BE5E-64BD196C095E}">
      <dgm:prSet/>
      <dgm:spPr/>
      <dgm:t>
        <a:bodyPr/>
        <a:lstStyle/>
        <a:p>
          <a:r>
            <a:rPr lang="en-US"/>
            <a:t>The Decision Tree offers clear, rule-based decision paths, while the Random Forest leverages an ensemble of trees for increased robustness and variance reduction.</a:t>
          </a:r>
          <a:endParaRPr lang="en-IN"/>
        </a:p>
      </dgm:t>
    </dgm:pt>
    <dgm:pt modelId="{FB2E717E-C57A-432F-97A3-B541002416B2}" type="parTrans" cxnId="{DEE7F7FB-E7C8-4E6E-845C-C117BA6BA38E}">
      <dgm:prSet/>
      <dgm:spPr/>
      <dgm:t>
        <a:bodyPr/>
        <a:lstStyle/>
        <a:p>
          <a:endParaRPr lang="en-IN"/>
        </a:p>
      </dgm:t>
    </dgm:pt>
    <dgm:pt modelId="{F5F433F8-55CB-4D19-8857-63DEFF35C517}" type="sibTrans" cxnId="{DEE7F7FB-E7C8-4E6E-845C-C117BA6BA38E}">
      <dgm:prSet/>
      <dgm:spPr/>
      <dgm:t>
        <a:bodyPr/>
        <a:lstStyle/>
        <a:p>
          <a:endParaRPr lang="en-IN"/>
        </a:p>
      </dgm:t>
    </dgm:pt>
    <dgm:pt modelId="{F2CE06AE-9262-4C26-A06C-5740918B42FA}">
      <dgm:prSet/>
      <dgm:spPr/>
      <dgm:t>
        <a:bodyPr/>
        <a:lstStyle/>
        <a:p>
          <a:r>
            <a:rPr lang="en-US" b="1"/>
            <a:t>XGBoost (Extreme Gradient Boosting)</a:t>
          </a:r>
          <a:endParaRPr lang="en-IN"/>
        </a:p>
      </dgm:t>
    </dgm:pt>
    <dgm:pt modelId="{DB8C5C74-415D-4CC6-BF4B-B0102C636EE2}" type="parTrans" cxnId="{82563DE4-46BD-4B40-B31E-C62685799912}">
      <dgm:prSet/>
      <dgm:spPr/>
      <dgm:t>
        <a:bodyPr/>
        <a:lstStyle/>
        <a:p>
          <a:endParaRPr lang="en-IN"/>
        </a:p>
      </dgm:t>
    </dgm:pt>
    <dgm:pt modelId="{3F93330D-CF23-4FF3-A5E5-7004043E5D3C}" type="sibTrans" cxnId="{82563DE4-46BD-4B40-B31E-C62685799912}">
      <dgm:prSet/>
      <dgm:spPr/>
      <dgm:t>
        <a:bodyPr/>
        <a:lstStyle/>
        <a:p>
          <a:endParaRPr lang="en-IN"/>
        </a:p>
      </dgm:t>
    </dgm:pt>
    <dgm:pt modelId="{06A81451-53DE-49FF-809B-0CA15EF23344}">
      <dgm:prSet/>
      <dgm:spPr/>
      <dgm:t>
        <a:bodyPr/>
        <a:lstStyle/>
        <a:p>
          <a:r>
            <a:rPr lang="en-US"/>
            <a:t>A high-performance boosting framework known for its speed and state-of-the-art predictive accuracy in structured data competitions.</a:t>
          </a:r>
          <a:endParaRPr lang="en-IN"/>
        </a:p>
      </dgm:t>
    </dgm:pt>
    <dgm:pt modelId="{9F215545-9103-4489-BE06-2858F5816584}" type="parTrans" cxnId="{6F72093F-8BE6-4C57-A72C-E9835FC1450A}">
      <dgm:prSet/>
      <dgm:spPr/>
      <dgm:t>
        <a:bodyPr/>
        <a:lstStyle/>
        <a:p>
          <a:endParaRPr lang="en-IN"/>
        </a:p>
      </dgm:t>
    </dgm:pt>
    <dgm:pt modelId="{B94257CA-4777-40B0-BF2D-9F0BF0A5C91C}" type="sibTrans" cxnId="{6F72093F-8BE6-4C57-A72C-E9835FC1450A}">
      <dgm:prSet/>
      <dgm:spPr/>
      <dgm:t>
        <a:bodyPr/>
        <a:lstStyle/>
        <a:p>
          <a:endParaRPr lang="en-IN"/>
        </a:p>
      </dgm:t>
    </dgm:pt>
    <dgm:pt modelId="{7AC15EC8-9226-425D-B43C-3AB8A097958E}">
      <dgm:prSet/>
      <dgm:spPr/>
      <dgm:t>
        <a:bodyPr/>
        <a:lstStyle/>
        <a:p>
          <a:r>
            <a:rPr lang="en-US" b="1"/>
            <a:t>K-Nearest Neighbors (KNN)</a:t>
          </a:r>
          <a:endParaRPr lang="en-IN"/>
        </a:p>
      </dgm:t>
    </dgm:pt>
    <dgm:pt modelId="{0ED01680-92D3-4BEE-80B2-3EC01501A287}" type="parTrans" cxnId="{0B52692C-7198-45BD-B963-5A5F4CE5C65F}">
      <dgm:prSet/>
      <dgm:spPr/>
      <dgm:t>
        <a:bodyPr/>
        <a:lstStyle/>
        <a:p>
          <a:endParaRPr lang="en-IN"/>
        </a:p>
      </dgm:t>
    </dgm:pt>
    <dgm:pt modelId="{7BACFD8D-5C6E-4C38-ACB5-8141B90198C8}" type="sibTrans" cxnId="{0B52692C-7198-45BD-B963-5A5F4CE5C65F}">
      <dgm:prSet/>
      <dgm:spPr/>
      <dgm:t>
        <a:bodyPr/>
        <a:lstStyle/>
        <a:p>
          <a:endParaRPr lang="en-IN"/>
        </a:p>
      </dgm:t>
    </dgm:pt>
    <dgm:pt modelId="{5F3B4CC6-3ADD-4ADE-81F5-B54FBDEDA2A9}">
      <dgm:prSet/>
      <dgm:spPr/>
      <dgm:t>
        <a:bodyPr/>
        <a:lstStyle/>
        <a:p>
          <a:r>
            <a:rPr lang="en-US"/>
            <a:t>A non-parametric, distance-based classifier suitable for understanding local data structures and anomalies in the feature space.</a:t>
          </a:r>
          <a:endParaRPr lang="en-IN"/>
        </a:p>
      </dgm:t>
    </dgm:pt>
    <dgm:pt modelId="{416AB9C4-3D98-4CF1-B4AE-E2DEE00109BD}" type="parTrans" cxnId="{E9E4965C-302E-4570-83C1-551BF1213F80}">
      <dgm:prSet/>
      <dgm:spPr/>
      <dgm:t>
        <a:bodyPr/>
        <a:lstStyle/>
        <a:p>
          <a:endParaRPr lang="en-IN"/>
        </a:p>
      </dgm:t>
    </dgm:pt>
    <dgm:pt modelId="{5BDBF2AC-EFFD-409E-8A02-BB1F90416A9C}" type="sibTrans" cxnId="{E9E4965C-302E-4570-83C1-551BF1213F80}">
      <dgm:prSet/>
      <dgm:spPr/>
      <dgm:t>
        <a:bodyPr/>
        <a:lstStyle/>
        <a:p>
          <a:endParaRPr lang="en-IN"/>
        </a:p>
      </dgm:t>
    </dgm:pt>
    <dgm:pt modelId="{52A9180F-71E4-4F4E-B6FA-C30A36F5A324}" type="pres">
      <dgm:prSet presAssocID="{BF5E38E0-8866-4BD5-ACA2-D697A2BDB6B2}" presName="Name0" presStyleCnt="0">
        <dgm:presLayoutVars>
          <dgm:dir/>
          <dgm:animLvl val="lvl"/>
          <dgm:resizeHandles val="exact"/>
        </dgm:presLayoutVars>
      </dgm:prSet>
      <dgm:spPr/>
    </dgm:pt>
    <dgm:pt modelId="{7C19DB80-0A87-46CE-9567-C4CA4EA9EE9E}" type="pres">
      <dgm:prSet presAssocID="{FE790C8B-C93E-4EB8-ACB5-141B7F0258A1}" presName="linNode" presStyleCnt="0"/>
      <dgm:spPr/>
    </dgm:pt>
    <dgm:pt modelId="{DA34B85A-22BC-48BC-A36A-C594F707A183}" type="pres">
      <dgm:prSet presAssocID="{FE790C8B-C93E-4EB8-ACB5-141B7F0258A1}" presName="parentText" presStyleLbl="node1" presStyleIdx="0" presStyleCnt="4">
        <dgm:presLayoutVars>
          <dgm:chMax val="1"/>
          <dgm:bulletEnabled val="1"/>
        </dgm:presLayoutVars>
      </dgm:prSet>
      <dgm:spPr/>
    </dgm:pt>
    <dgm:pt modelId="{E8CAE5A3-1E47-488C-8F56-558A3096291C}" type="pres">
      <dgm:prSet presAssocID="{FE790C8B-C93E-4EB8-ACB5-141B7F0258A1}" presName="descendantText" presStyleLbl="alignAccFollowNode1" presStyleIdx="0" presStyleCnt="4">
        <dgm:presLayoutVars>
          <dgm:bulletEnabled val="1"/>
        </dgm:presLayoutVars>
      </dgm:prSet>
      <dgm:spPr/>
    </dgm:pt>
    <dgm:pt modelId="{CE833306-E190-443A-8055-03CDB19A89FC}" type="pres">
      <dgm:prSet presAssocID="{994CD0D9-FE86-4340-9009-A95C31151F3E}" presName="sp" presStyleCnt="0"/>
      <dgm:spPr/>
    </dgm:pt>
    <dgm:pt modelId="{E3A2EDE4-FDAD-45D7-8754-9D54EA26EA12}" type="pres">
      <dgm:prSet presAssocID="{CE99F810-A4CD-4794-BFD1-26B988995F67}" presName="linNode" presStyleCnt="0"/>
      <dgm:spPr/>
    </dgm:pt>
    <dgm:pt modelId="{A6B1DE0C-7BB7-4444-BBBA-A852C8B05550}" type="pres">
      <dgm:prSet presAssocID="{CE99F810-A4CD-4794-BFD1-26B988995F67}" presName="parentText" presStyleLbl="node1" presStyleIdx="1" presStyleCnt="4">
        <dgm:presLayoutVars>
          <dgm:chMax val="1"/>
          <dgm:bulletEnabled val="1"/>
        </dgm:presLayoutVars>
      </dgm:prSet>
      <dgm:spPr/>
    </dgm:pt>
    <dgm:pt modelId="{43F7135C-ECA3-47EC-8B83-4F1B85DB2AF7}" type="pres">
      <dgm:prSet presAssocID="{CE99F810-A4CD-4794-BFD1-26B988995F67}" presName="descendantText" presStyleLbl="alignAccFollowNode1" presStyleIdx="1" presStyleCnt="4">
        <dgm:presLayoutVars>
          <dgm:bulletEnabled val="1"/>
        </dgm:presLayoutVars>
      </dgm:prSet>
      <dgm:spPr/>
    </dgm:pt>
    <dgm:pt modelId="{328FD07F-7519-4D49-AA63-28A60C7AC38E}" type="pres">
      <dgm:prSet presAssocID="{15356810-A421-43D7-A614-ED43F124AE15}" presName="sp" presStyleCnt="0"/>
      <dgm:spPr/>
    </dgm:pt>
    <dgm:pt modelId="{103641BB-055D-40F9-AB19-7857C762B771}" type="pres">
      <dgm:prSet presAssocID="{F2CE06AE-9262-4C26-A06C-5740918B42FA}" presName="linNode" presStyleCnt="0"/>
      <dgm:spPr/>
    </dgm:pt>
    <dgm:pt modelId="{49C72744-37B2-4C5F-9AD7-422C06F66B32}" type="pres">
      <dgm:prSet presAssocID="{F2CE06AE-9262-4C26-A06C-5740918B42FA}" presName="parentText" presStyleLbl="node1" presStyleIdx="2" presStyleCnt="4">
        <dgm:presLayoutVars>
          <dgm:chMax val="1"/>
          <dgm:bulletEnabled val="1"/>
        </dgm:presLayoutVars>
      </dgm:prSet>
      <dgm:spPr/>
    </dgm:pt>
    <dgm:pt modelId="{4EC25A95-0E0F-4F52-9204-BDA7B7A2F05F}" type="pres">
      <dgm:prSet presAssocID="{F2CE06AE-9262-4C26-A06C-5740918B42FA}" presName="descendantText" presStyleLbl="alignAccFollowNode1" presStyleIdx="2" presStyleCnt="4">
        <dgm:presLayoutVars>
          <dgm:bulletEnabled val="1"/>
        </dgm:presLayoutVars>
      </dgm:prSet>
      <dgm:spPr/>
    </dgm:pt>
    <dgm:pt modelId="{7C45133B-AB72-405D-991A-51ADB1DBCD08}" type="pres">
      <dgm:prSet presAssocID="{3F93330D-CF23-4FF3-A5E5-7004043E5D3C}" presName="sp" presStyleCnt="0"/>
      <dgm:spPr/>
    </dgm:pt>
    <dgm:pt modelId="{E36F66D0-A33B-42BD-AA0B-1A60A3E23676}" type="pres">
      <dgm:prSet presAssocID="{7AC15EC8-9226-425D-B43C-3AB8A097958E}" presName="linNode" presStyleCnt="0"/>
      <dgm:spPr/>
    </dgm:pt>
    <dgm:pt modelId="{A330F871-8FDB-4BD0-AD8E-7032E297DED6}" type="pres">
      <dgm:prSet presAssocID="{7AC15EC8-9226-425D-B43C-3AB8A097958E}" presName="parentText" presStyleLbl="node1" presStyleIdx="3" presStyleCnt="4">
        <dgm:presLayoutVars>
          <dgm:chMax val="1"/>
          <dgm:bulletEnabled val="1"/>
        </dgm:presLayoutVars>
      </dgm:prSet>
      <dgm:spPr/>
    </dgm:pt>
    <dgm:pt modelId="{517B102F-BB74-45A6-A828-A77E6CDD5377}" type="pres">
      <dgm:prSet presAssocID="{7AC15EC8-9226-425D-B43C-3AB8A097958E}" presName="descendantText" presStyleLbl="alignAccFollowNode1" presStyleIdx="3" presStyleCnt="4">
        <dgm:presLayoutVars>
          <dgm:bulletEnabled val="1"/>
        </dgm:presLayoutVars>
      </dgm:prSet>
      <dgm:spPr/>
    </dgm:pt>
  </dgm:ptLst>
  <dgm:cxnLst>
    <dgm:cxn modelId="{0B52692C-7198-45BD-B963-5A5F4CE5C65F}" srcId="{BF5E38E0-8866-4BD5-ACA2-D697A2BDB6B2}" destId="{7AC15EC8-9226-425D-B43C-3AB8A097958E}" srcOrd="3" destOrd="0" parTransId="{0ED01680-92D3-4BEE-80B2-3EC01501A287}" sibTransId="{7BACFD8D-5C6E-4C38-ACB5-8141B90198C8}"/>
    <dgm:cxn modelId="{E2A9BA2C-63FA-45C7-9DD9-8B0F1E9D0B5A}" srcId="{BF5E38E0-8866-4BD5-ACA2-D697A2BDB6B2}" destId="{CE99F810-A4CD-4794-BFD1-26B988995F67}" srcOrd="1" destOrd="0" parTransId="{4331630C-440B-4A8E-8A7F-1985106A2517}" sibTransId="{15356810-A421-43D7-A614-ED43F124AE15}"/>
    <dgm:cxn modelId="{3EA89D37-90E6-4DD8-8A58-10845CF5C955}" srcId="{FE790C8B-C93E-4EB8-ACB5-141B7F0258A1}" destId="{44E12A5D-EAF1-4BA0-892E-B3251CC86171}" srcOrd="0" destOrd="0" parTransId="{93C11BCE-62CC-4799-8BD4-47C91A6E60CF}" sibTransId="{D33BC743-BF64-4104-8467-2010644DB834}"/>
    <dgm:cxn modelId="{5ADF3D38-CD6F-4471-BB03-CC1A6BA3D809}" type="presOf" srcId="{BF5E38E0-8866-4BD5-ACA2-D697A2BDB6B2}" destId="{52A9180F-71E4-4F4E-B6FA-C30A36F5A324}" srcOrd="0" destOrd="0" presId="urn:microsoft.com/office/officeart/2005/8/layout/vList5"/>
    <dgm:cxn modelId="{A5EC2B3A-DA2B-4EF8-BDBE-5E3B0BE6C7C7}" type="presOf" srcId="{06A81451-53DE-49FF-809B-0CA15EF23344}" destId="{4EC25A95-0E0F-4F52-9204-BDA7B7A2F05F}" srcOrd="0" destOrd="0" presId="urn:microsoft.com/office/officeart/2005/8/layout/vList5"/>
    <dgm:cxn modelId="{EEC15E3D-4244-488F-8C19-696875A43B56}" type="presOf" srcId="{F2CE06AE-9262-4C26-A06C-5740918B42FA}" destId="{49C72744-37B2-4C5F-9AD7-422C06F66B32}" srcOrd="0" destOrd="0" presId="urn:microsoft.com/office/officeart/2005/8/layout/vList5"/>
    <dgm:cxn modelId="{6F72093F-8BE6-4C57-A72C-E9835FC1450A}" srcId="{F2CE06AE-9262-4C26-A06C-5740918B42FA}" destId="{06A81451-53DE-49FF-809B-0CA15EF23344}" srcOrd="0" destOrd="0" parTransId="{9F215545-9103-4489-BE06-2858F5816584}" sibTransId="{B94257CA-4777-40B0-BF2D-9F0BF0A5C91C}"/>
    <dgm:cxn modelId="{E9E4965C-302E-4570-83C1-551BF1213F80}" srcId="{7AC15EC8-9226-425D-B43C-3AB8A097958E}" destId="{5F3B4CC6-3ADD-4ADE-81F5-B54FBDEDA2A9}" srcOrd="0" destOrd="0" parTransId="{416AB9C4-3D98-4CF1-B4AE-E2DEE00109BD}" sibTransId="{5BDBF2AC-EFFD-409E-8A02-BB1F90416A9C}"/>
    <dgm:cxn modelId="{CA95A361-7D77-45A0-ABA6-3D67AC109516}" type="presOf" srcId="{5F3B4CC6-3ADD-4ADE-81F5-B54FBDEDA2A9}" destId="{517B102F-BB74-45A6-A828-A77E6CDD5377}" srcOrd="0" destOrd="0" presId="urn:microsoft.com/office/officeart/2005/8/layout/vList5"/>
    <dgm:cxn modelId="{313B6381-3691-4B9C-B0EC-C92233568CC3}" type="presOf" srcId="{7AC15EC8-9226-425D-B43C-3AB8A097958E}" destId="{A330F871-8FDB-4BD0-AD8E-7032E297DED6}" srcOrd="0" destOrd="0" presId="urn:microsoft.com/office/officeart/2005/8/layout/vList5"/>
    <dgm:cxn modelId="{F950DD84-2BC9-4816-8E4D-6E6EBE4D5D0F}" type="presOf" srcId="{44E12A5D-EAF1-4BA0-892E-B3251CC86171}" destId="{E8CAE5A3-1E47-488C-8F56-558A3096291C}" srcOrd="0" destOrd="0" presId="urn:microsoft.com/office/officeart/2005/8/layout/vList5"/>
    <dgm:cxn modelId="{6959DC97-C2DC-46B0-BDFE-91EF1306D1C5}" type="presOf" srcId="{CE99F810-A4CD-4794-BFD1-26B988995F67}" destId="{A6B1DE0C-7BB7-4444-BBBA-A852C8B05550}" srcOrd="0" destOrd="0" presId="urn:microsoft.com/office/officeart/2005/8/layout/vList5"/>
    <dgm:cxn modelId="{F0D681B1-1220-4B95-A0C7-1BCDC9D21A40}" srcId="{BF5E38E0-8866-4BD5-ACA2-D697A2BDB6B2}" destId="{FE790C8B-C93E-4EB8-ACB5-141B7F0258A1}" srcOrd="0" destOrd="0" parTransId="{770D4666-13E8-4AAE-A4EA-2301C46CB0F8}" sibTransId="{994CD0D9-FE86-4340-9009-A95C31151F3E}"/>
    <dgm:cxn modelId="{82563DE4-46BD-4B40-B31E-C62685799912}" srcId="{BF5E38E0-8866-4BD5-ACA2-D697A2BDB6B2}" destId="{F2CE06AE-9262-4C26-A06C-5740918B42FA}" srcOrd="2" destOrd="0" parTransId="{DB8C5C74-415D-4CC6-BF4B-B0102C636EE2}" sibTransId="{3F93330D-CF23-4FF3-A5E5-7004043E5D3C}"/>
    <dgm:cxn modelId="{8F980CEE-874F-40DF-9832-28749AF61247}" type="presOf" srcId="{FE790C8B-C93E-4EB8-ACB5-141B7F0258A1}" destId="{DA34B85A-22BC-48BC-A36A-C594F707A183}" srcOrd="0" destOrd="0" presId="urn:microsoft.com/office/officeart/2005/8/layout/vList5"/>
    <dgm:cxn modelId="{5FE5D2F6-37D9-43E4-8124-E728665071C7}" type="presOf" srcId="{D29CF819-3F98-4F0C-BE5E-64BD196C095E}" destId="{43F7135C-ECA3-47EC-8B83-4F1B85DB2AF7}" srcOrd="0" destOrd="0" presId="urn:microsoft.com/office/officeart/2005/8/layout/vList5"/>
    <dgm:cxn modelId="{DEE7F7FB-E7C8-4E6E-845C-C117BA6BA38E}" srcId="{CE99F810-A4CD-4794-BFD1-26B988995F67}" destId="{D29CF819-3F98-4F0C-BE5E-64BD196C095E}" srcOrd="0" destOrd="0" parTransId="{FB2E717E-C57A-432F-97A3-B541002416B2}" sibTransId="{F5F433F8-55CB-4D19-8857-63DEFF35C517}"/>
    <dgm:cxn modelId="{6287F021-06BB-4926-9A35-8DC5855466D0}" type="presParOf" srcId="{52A9180F-71E4-4F4E-B6FA-C30A36F5A324}" destId="{7C19DB80-0A87-46CE-9567-C4CA4EA9EE9E}" srcOrd="0" destOrd="0" presId="urn:microsoft.com/office/officeart/2005/8/layout/vList5"/>
    <dgm:cxn modelId="{7ECD9EA3-DC77-4286-A2F7-6D77937D9B0A}" type="presParOf" srcId="{7C19DB80-0A87-46CE-9567-C4CA4EA9EE9E}" destId="{DA34B85A-22BC-48BC-A36A-C594F707A183}" srcOrd="0" destOrd="0" presId="urn:microsoft.com/office/officeart/2005/8/layout/vList5"/>
    <dgm:cxn modelId="{F14885C7-5B61-4727-A3FE-E4BD4FA0401A}" type="presParOf" srcId="{7C19DB80-0A87-46CE-9567-C4CA4EA9EE9E}" destId="{E8CAE5A3-1E47-488C-8F56-558A3096291C}" srcOrd="1" destOrd="0" presId="urn:microsoft.com/office/officeart/2005/8/layout/vList5"/>
    <dgm:cxn modelId="{81A2EA0E-4704-4655-A333-F89F78389A65}" type="presParOf" srcId="{52A9180F-71E4-4F4E-B6FA-C30A36F5A324}" destId="{CE833306-E190-443A-8055-03CDB19A89FC}" srcOrd="1" destOrd="0" presId="urn:microsoft.com/office/officeart/2005/8/layout/vList5"/>
    <dgm:cxn modelId="{590D21F0-E804-4289-A291-35E20A91B1C6}" type="presParOf" srcId="{52A9180F-71E4-4F4E-B6FA-C30A36F5A324}" destId="{E3A2EDE4-FDAD-45D7-8754-9D54EA26EA12}" srcOrd="2" destOrd="0" presId="urn:microsoft.com/office/officeart/2005/8/layout/vList5"/>
    <dgm:cxn modelId="{DD83A5B7-95BE-4721-8FCB-153FBC4451D1}" type="presParOf" srcId="{E3A2EDE4-FDAD-45D7-8754-9D54EA26EA12}" destId="{A6B1DE0C-7BB7-4444-BBBA-A852C8B05550}" srcOrd="0" destOrd="0" presId="urn:microsoft.com/office/officeart/2005/8/layout/vList5"/>
    <dgm:cxn modelId="{860DEC36-3DFD-4315-84B8-50E29286B92F}" type="presParOf" srcId="{E3A2EDE4-FDAD-45D7-8754-9D54EA26EA12}" destId="{43F7135C-ECA3-47EC-8B83-4F1B85DB2AF7}" srcOrd="1" destOrd="0" presId="urn:microsoft.com/office/officeart/2005/8/layout/vList5"/>
    <dgm:cxn modelId="{CCAB7D6A-0E9B-489F-94B7-CE48E989D5F3}" type="presParOf" srcId="{52A9180F-71E4-4F4E-B6FA-C30A36F5A324}" destId="{328FD07F-7519-4D49-AA63-28A60C7AC38E}" srcOrd="3" destOrd="0" presId="urn:microsoft.com/office/officeart/2005/8/layout/vList5"/>
    <dgm:cxn modelId="{423779BF-2DFE-41AC-AC82-4A014BEE7022}" type="presParOf" srcId="{52A9180F-71E4-4F4E-B6FA-C30A36F5A324}" destId="{103641BB-055D-40F9-AB19-7857C762B771}" srcOrd="4" destOrd="0" presId="urn:microsoft.com/office/officeart/2005/8/layout/vList5"/>
    <dgm:cxn modelId="{96736CD0-7EFB-4ECC-90EB-15A89E1BDE95}" type="presParOf" srcId="{103641BB-055D-40F9-AB19-7857C762B771}" destId="{49C72744-37B2-4C5F-9AD7-422C06F66B32}" srcOrd="0" destOrd="0" presId="urn:microsoft.com/office/officeart/2005/8/layout/vList5"/>
    <dgm:cxn modelId="{53FE8A13-FA4A-4C4B-9E2B-CC85145BC3B4}" type="presParOf" srcId="{103641BB-055D-40F9-AB19-7857C762B771}" destId="{4EC25A95-0E0F-4F52-9204-BDA7B7A2F05F}" srcOrd="1" destOrd="0" presId="urn:microsoft.com/office/officeart/2005/8/layout/vList5"/>
    <dgm:cxn modelId="{468AC3C7-F295-4C68-A3D6-7742587368B3}" type="presParOf" srcId="{52A9180F-71E4-4F4E-B6FA-C30A36F5A324}" destId="{7C45133B-AB72-405D-991A-51ADB1DBCD08}" srcOrd="5" destOrd="0" presId="urn:microsoft.com/office/officeart/2005/8/layout/vList5"/>
    <dgm:cxn modelId="{6049F22D-81A5-4641-9ECD-D86C2B093E4D}" type="presParOf" srcId="{52A9180F-71E4-4F4E-B6FA-C30A36F5A324}" destId="{E36F66D0-A33B-42BD-AA0B-1A60A3E23676}" srcOrd="6" destOrd="0" presId="urn:microsoft.com/office/officeart/2005/8/layout/vList5"/>
    <dgm:cxn modelId="{B4191515-1A4B-468A-87F5-28ED79A15B53}" type="presParOf" srcId="{E36F66D0-A33B-42BD-AA0B-1A60A3E23676}" destId="{A330F871-8FDB-4BD0-AD8E-7032E297DED6}" srcOrd="0" destOrd="0" presId="urn:microsoft.com/office/officeart/2005/8/layout/vList5"/>
    <dgm:cxn modelId="{BBFB2DC3-8857-440F-94A2-CCCD83B094EE}" type="presParOf" srcId="{E36F66D0-A33B-42BD-AA0B-1A60A3E23676}" destId="{517B102F-BB74-45A6-A828-A77E6CDD5377}"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3782A4-4E56-4F54-AADB-EA3D6698CF56}">
      <dsp:nvSpPr>
        <dsp:cNvPr id="0" name=""/>
        <dsp:cNvSpPr/>
      </dsp:nvSpPr>
      <dsp:spPr>
        <a:xfrm>
          <a:off x="0" y="522946"/>
          <a:ext cx="6328406"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In this data set as we can see that the class imbalance in feature variable.</a:t>
          </a:r>
          <a:endParaRPr lang="en-IN" sz="2100" kern="1200"/>
        </a:p>
      </dsp:txBody>
      <dsp:txXfrm>
        <a:off x="40780" y="563726"/>
        <a:ext cx="6246846" cy="753819"/>
      </dsp:txXfrm>
    </dsp:sp>
    <dsp:sp modelId="{33A0A0C6-6EB4-4863-BC30-8372FF3AAA97}">
      <dsp:nvSpPr>
        <dsp:cNvPr id="0" name=""/>
        <dsp:cNvSpPr/>
      </dsp:nvSpPr>
      <dsp:spPr>
        <a:xfrm>
          <a:off x="0" y="1358326"/>
          <a:ext cx="6328406" cy="554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0927"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zero indicate non-fraud transaction.</a:t>
          </a:r>
          <a:endParaRPr lang="en-IN" sz="1600" kern="1200"/>
        </a:p>
        <a:p>
          <a:pPr marL="171450" lvl="1" indent="-171450" algn="l" defTabSz="711200">
            <a:lnSpc>
              <a:spcPct val="90000"/>
            </a:lnSpc>
            <a:spcBef>
              <a:spcPct val="0"/>
            </a:spcBef>
            <a:spcAft>
              <a:spcPct val="20000"/>
            </a:spcAft>
            <a:buChar char="•"/>
          </a:pPr>
          <a:r>
            <a:rPr lang="en-US" sz="1600" kern="1200"/>
            <a:t>one indicate fraud transaction.</a:t>
          </a:r>
          <a:endParaRPr lang="en-IN" sz="1600" kern="1200"/>
        </a:p>
      </dsp:txBody>
      <dsp:txXfrm>
        <a:off x="0" y="1358326"/>
        <a:ext cx="6328406" cy="554242"/>
      </dsp:txXfrm>
    </dsp:sp>
    <dsp:sp modelId="{CD03DA47-32FD-4D2B-8740-152FD018B04B}">
      <dsp:nvSpPr>
        <dsp:cNvPr id="0" name=""/>
        <dsp:cNvSpPr/>
      </dsp:nvSpPr>
      <dsp:spPr>
        <a:xfrm>
          <a:off x="0" y="1912569"/>
          <a:ext cx="6328406"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The fraud transaction are mainly occurred in TRANSFER and CASH_OUT transaction type in this data set.</a:t>
          </a:r>
          <a:endParaRPr lang="en-IN" sz="2100" kern="1200"/>
        </a:p>
      </dsp:txBody>
      <dsp:txXfrm>
        <a:off x="40780" y="1953349"/>
        <a:ext cx="6246846" cy="753819"/>
      </dsp:txXfrm>
    </dsp:sp>
    <dsp:sp modelId="{E96FD02A-CE38-433F-837E-FC47ACFFCF99}">
      <dsp:nvSpPr>
        <dsp:cNvPr id="0" name=""/>
        <dsp:cNvSpPr/>
      </dsp:nvSpPr>
      <dsp:spPr>
        <a:xfrm>
          <a:off x="0" y="2747949"/>
          <a:ext cx="6328406" cy="554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0927"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CASH_OUT 578.</a:t>
          </a:r>
          <a:endParaRPr lang="en-IN" sz="1600" kern="1200"/>
        </a:p>
        <a:p>
          <a:pPr marL="171450" lvl="1" indent="-171450" algn="l" defTabSz="711200">
            <a:lnSpc>
              <a:spcPct val="90000"/>
            </a:lnSpc>
            <a:spcBef>
              <a:spcPct val="0"/>
            </a:spcBef>
            <a:spcAft>
              <a:spcPct val="20000"/>
            </a:spcAft>
            <a:buChar char="•"/>
          </a:pPr>
          <a:r>
            <a:rPr lang="en-US" sz="1600" kern="1200"/>
            <a:t>TRANSFER 564.</a:t>
          </a:r>
          <a:endParaRPr lang="en-IN" sz="1600" kern="1200"/>
        </a:p>
      </dsp:txBody>
      <dsp:txXfrm>
        <a:off x="0" y="2747949"/>
        <a:ext cx="6328406" cy="554242"/>
      </dsp:txXfrm>
    </dsp:sp>
    <dsp:sp modelId="{1D88D043-AF48-4045-BB92-1D6E03C76C7F}">
      <dsp:nvSpPr>
        <dsp:cNvPr id="0" name=""/>
        <dsp:cNvSpPr/>
      </dsp:nvSpPr>
      <dsp:spPr>
        <a:xfrm>
          <a:off x="0" y="3302191"/>
          <a:ext cx="6328406" cy="8353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Fraud transactions mostly involve large amounts.</a:t>
          </a:r>
          <a:endParaRPr lang="en-IN" sz="2100" kern="1200"/>
        </a:p>
      </dsp:txBody>
      <dsp:txXfrm>
        <a:off x="40780" y="3342971"/>
        <a:ext cx="6246846" cy="753819"/>
      </dsp:txXfrm>
    </dsp:sp>
    <dsp:sp modelId="{5A7859EA-E3AE-4EE3-8B7A-1D70C2E6213B}">
      <dsp:nvSpPr>
        <dsp:cNvPr id="0" name=""/>
        <dsp:cNvSpPr/>
      </dsp:nvSpPr>
      <dsp:spPr>
        <a:xfrm>
          <a:off x="0" y="4137571"/>
          <a:ext cx="6328406" cy="554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0927"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Total Fraud Amount: 1361982240.43. </a:t>
          </a:r>
          <a:endParaRPr lang="en-IN" sz="1600" kern="1200"/>
        </a:p>
        <a:p>
          <a:pPr marL="171450" lvl="1" indent="-171450" algn="l" defTabSz="711200">
            <a:lnSpc>
              <a:spcPct val="90000"/>
            </a:lnSpc>
            <a:spcBef>
              <a:spcPct val="0"/>
            </a:spcBef>
            <a:spcAft>
              <a:spcPct val="20000"/>
            </a:spcAft>
            <a:buChar char="•"/>
          </a:pPr>
          <a:r>
            <a:rPr lang="en-US" sz="1600" kern="1200"/>
            <a:t>Total Non_Fraud Amount: 1013397286.3799999.</a:t>
          </a:r>
          <a:endParaRPr lang="en-IN" sz="1600" kern="1200"/>
        </a:p>
      </dsp:txBody>
      <dsp:txXfrm>
        <a:off x="0" y="4137571"/>
        <a:ext cx="6328406" cy="5542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CAE5A3-1E47-488C-8F56-558A3096291C}">
      <dsp:nvSpPr>
        <dsp:cNvPr id="0" name=""/>
        <dsp:cNvSpPr/>
      </dsp:nvSpPr>
      <dsp:spPr>
        <a:xfrm rot="5400000">
          <a:off x="6943793" y="-2935396"/>
          <a:ext cx="846971" cy="69339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US" sz="1600" kern="1200"/>
            <a:t>Used as a baseline. A linear model providing high interpretability but often lower performance on complex, non-linear fraud patterns.</a:t>
          </a:r>
          <a:endParaRPr lang="en-IN" sz="1600" kern="1200"/>
        </a:p>
      </dsp:txBody>
      <dsp:txXfrm rot="-5400000">
        <a:off x="3900324" y="149419"/>
        <a:ext cx="6892563" cy="764279"/>
      </dsp:txXfrm>
    </dsp:sp>
    <dsp:sp modelId="{DA34B85A-22BC-48BC-A36A-C594F707A183}">
      <dsp:nvSpPr>
        <dsp:cNvPr id="0" name=""/>
        <dsp:cNvSpPr/>
      </dsp:nvSpPr>
      <dsp:spPr>
        <a:xfrm>
          <a:off x="0" y="2201"/>
          <a:ext cx="3900324" cy="105871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b="1" kern="1200"/>
            <a:t>Logistic Regression</a:t>
          </a:r>
          <a:endParaRPr lang="en-IN" sz="3000" kern="1200"/>
        </a:p>
      </dsp:txBody>
      <dsp:txXfrm>
        <a:off x="51682" y="53883"/>
        <a:ext cx="3796960" cy="955350"/>
      </dsp:txXfrm>
    </dsp:sp>
    <dsp:sp modelId="{43F7135C-ECA3-47EC-8B83-4F1B85DB2AF7}">
      <dsp:nvSpPr>
        <dsp:cNvPr id="0" name=""/>
        <dsp:cNvSpPr/>
      </dsp:nvSpPr>
      <dsp:spPr>
        <a:xfrm rot="5400000">
          <a:off x="6943793" y="-1823746"/>
          <a:ext cx="846971" cy="69339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US" sz="1600" kern="1200"/>
            <a:t>The Decision Tree offers clear, rule-based decision paths, while the Random Forest leverages an ensemble of trees for increased robustness and variance reduction.</a:t>
          </a:r>
          <a:endParaRPr lang="en-IN" sz="1600" kern="1200"/>
        </a:p>
      </dsp:txBody>
      <dsp:txXfrm rot="-5400000">
        <a:off x="3900324" y="1261069"/>
        <a:ext cx="6892563" cy="764279"/>
      </dsp:txXfrm>
    </dsp:sp>
    <dsp:sp modelId="{A6B1DE0C-7BB7-4444-BBBA-A852C8B05550}">
      <dsp:nvSpPr>
        <dsp:cNvPr id="0" name=""/>
        <dsp:cNvSpPr/>
      </dsp:nvSpPr>
      <dsp:spPr>
        <a:xfrm>
          <a:off x="0" y="1113851"/>
          <a:ext cx="3900324" cy="105871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b="1" kern="1200"/>
            <a:t>Decision Tree &amp; Random Forest</a:t>
          </a:r>
          <a:endParaRPr lang="en-IN" sz="3000" kern="1200"/>
        </a:p>
      </dsp:txBody>
      <dsp:txXfrm>
        <a:off x="51682" y="1165533"/>
        <a:ext cx="3796960" cy="955350"/>
      </dsp:txXfrm>
    </dsp:sp>
    <dsp:sp modelId="{4EC25A95-0E0F-4F52-9204-BDA7B7A2F05F}">
      <dsp:nvSpPr>
        <dsp:cNvPr id="0" name=""/>
        <dsp:cNvSpPr/>
      </dsp:nvSpPr>
      <dsp:spPr>
        <a:xfrm rot="5400000">
          <a:off x="6943793" y="-712096"/>
          <a:ext cx="846971" cy="69339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US" sz="1600" kern="1200"/>
            <a:t>A high-performance boosting framework known for its speed and state-of-the-art predictive accuracy in structured data competitions.</a:t>
          </a:r>
          <a:endParaRPr lang="en-IN" sz="1600" kern="1200"/>
        </a:p>
      </dsp:txBody>
      <dsp:txXfrm rot="-5400000">
        <a:off x="3900324" y="2372719"/>
        <a:ext cx="6892563" cy="764279"/>
      </dsp:txXfrm>
    </dsp:sp>
    <dsp:sp modelId="{49C72744-37B2-4C5F-9AD7-422C06F66B32}">
      <dsp:nvSpPr>
        <dsp:cNvPr id="0" name=""/>
        <dsp:cNvSpPr/>
      </dsp:nvSpPr>
      <dsp:spPr>
        <a:xfrm>
          <a:off x="0" y="2225500"/>
          <a:ext cx="3900324" cy="105871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b="1" kern="1200"/>
            <a:t>XGBoost (Extreme Gradient Boosting)</a:t>
          </a:r>
          <a:endParaRPr lang="en-IN" sz="3000" kern="1200"/>
        </a:p>
      </dsp:txBody>
      <dsp:txXfrm>
        <a:off x="51682" y="2277182"/>
        <a:ext cx="3796960" cy="955350"/>
      </dsp:txXfrm>
    </dsp:sp>
    <dsp:sp modelId="{517B102F-BB74-45A6-A828-A77E6CDD5377}">
      <dsp:nvSpPr>
        <dsp:cNvPr id="0" name=""/>
        <dsp:cNvSpPr/>
      </dsp:nvSpPr>
      <dsp:spPr>
        <a:xfrm rot="5400000">
          <a:off x="6943793" y="399552"/>
          <a:ext cx="846971" cy="69339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US" sz="1600" kern="1200"/>
            <a:t>A non-parametric, distance-based classifier suitable for understanding local data structures and anomalies in the feature space.</a:t>
          </a:r>
          <a:endParaRPr lang="en-IN" sz="1600" kern="1200"/>
        </a:p>
      </dsp:txBody>
      <dsp:txXfrm rot="-5400000">
        <a:off x="3900324" y="3484367"/>
        <a:ext cx="6892563" cy="764279"/>
      </dsp:txXfrm>
    </dsp:sp>
    <dsp:sp modelId="{A330F871-8FDB-4BD0-AD8E-7032E297DED6}">
      <dsp:nvSpPr>
        <dsp:cNvPr id="0" name=""/>
        <dsp:cNvSpPr/>
      </dsp:nvSpPr>
      <dsp:spPr>
        <a:xfrm>
          <a:off x="0" y="3337150"/>
          <a:ext cx="3900324" cy="105871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b="1" kern="1200"/>
            <a:t>K-Nearest Neighbors (KNN)</a:t>
          </a:r>
          <a:endParaRPr lang="en-IN" sz="3000" kern="1200"/>
        </a:p>
      </dsp:txBody>
      <dsp:txXfrm>
        <a:off x="51682" y="3388832"/>
        <a:ext cx="3796960" cy="95535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26-12-2025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hansrajcollege.ac.in/uploads/researchinnovation/callforpapersposter/issue3_vol3/Paper%205.pdf" TargetMode="External"/><Relationship Id="rId2" Type="http://schemas.openxmlformats.org/officeDocument/2006/relationships/hyperlink" Target="https://www.researchgate.net/publication/383921055_Growth_Of_Mobile_Banking_In_India_Comprehensive_Study" TargetMode="Externa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hyperlink" Target="https://rmaindia.org/indias-cyber-fraud-losses-soar-206-to-%E2%82%B922845-crore-from-2024/" TargetMode="External"/><Relationship Id="rId2" Type="http://schemas.openxmlformats.org/officeDocument/2006/relationships/hyperlink" Target="https://analyticsindiamag.com/ai-news-updates/india-lost-%E2%82%B922812-crore-to-cyber-fraud-in-2024-report/" TargetMode="Externa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Layout" Target="../diagrams/layout1.xml"/><Relationship Id="rId7" Type="http://schemas.openxmlformats.org/officeDocument/2006/relationships/image" Target="../media/image14.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661632" y="3719362"/>
            <a:ext cx="10868736" cy="6846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dirty="0">
                <a:latin typeface="Bookman Old Style" panose="02050604050505020204" pitchFamily="18" charset="0"/>
                <a:ea typeface="Cambria" panose="02040503050406030204" pitchFamily="18" charset="0"/>
              </a:rPr>
              <a:t>Fraud Detection in Mobile Financial Transactions Using Machine Learning  </a:t>
            </a:r>
          </a:p>
          <a:p>
            <a:pPr algn="r"/>
            <a:endParaRPr lang="en-US" sz="4400" b="1" dirty="0">
              <a:latin typeface="Calibri" panose="020F0502020204030204" pitchFamily="34" charset="0"/>
            </a:endParaRPr>
          </a:p>
          <a:p>
            <a:pPr algn="ctr"/>
            <a:r>
              <a:rPr lang="en-US" sz="3200" b="1" dirty="0">
                <a:latin typeface="Arial" panose="020B0604020202020204" pitchFamily="34" charset="0"/>
                <a:cs typeface="Arial" panose="020B0604020202020204" pitchFamily="34" charset="0"/>
              </a:rPr>
              <a:t>                                                            </a:t>
            </a:r>
            <a:r>
              <a:rPr lang="en-US" sz="3200" b="1" dirty="0">
                <a:latin typeface="Bookman Old Style" panose="02050604050505020204" pitchFamily="18" charset="0"/>
                <a:cs typeface="Arial" panose="020B0604020202020204" pitchFamily="34" charset="0"/>
              </a:rPr>
              <a:t>- </a:t>
            </a:r>
            <a:r>
              <a:rPr lang="en-US" sz="3200" b="1" dirty="0">
                <a:latin typeface="Bookman Old Style" panose="02050604050505020204" pitchFamily="18" charset="0"/>
                <a:ea typeface="Cambria" panose="02040503050406030204" pitchFamily="18" charset="0"/>
                <a:cs typeface="Arial" panose="020B0604020202020204" pitchFamily="34" charset="0"/>
              </a:rPr>
              <a:t>D. Kalyan Varma</a:t>
            </a:r>
            <a:endParaRPr lang="en-US" sz="3200" dirty="0">
              <a:latin typeface="Bookman Old Style" panose="02050604050505020204" pitchFamily="18"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6F8F6-E477-C57B-80EF-1C98B06F1715}"/>
              </a:ext>
            </a:extLst>
          </p:cNvPr>
          <p:cNvSpPr>
            <a:spLocks noGrp="1"/>
          </p:cNvSpPr>
          <p:nvPr>
            <p:ph type="title"/>
          </p:nvPr>
        </p:nvSpPr>
        <p:spPr>
          <a:xfrm>
            <a:off x="678883" y="293847"/>
            <a:ext cx="10834234" cy="612775"/>
          </a:xfrm>
        </p:spPr>
        <p:txBody>
          <a:bodyPr>
            <a:normAutofit/>
          </a:bodyPr>
          <a:lstStyle/>
          <a:p>
            <a:r>
              <a:rPr lang="en-US" sz="4400" dirty="0">
                <a:latin typeface="+mn-lt"/>
                <a:cs typeface="Times New Roman" panose="02020603050405020304" pitchFamily="18" charset="0"/>
              </a:rPr>
              <a:t>Introduction</a:t>
            </a:r>
          </a:p>
        </p:txBody>
      </p:sp>
      <p:sp>
        <p:nvSpPr>
          <p:cNvPr id="25" name="TextBox 24">
            <a:extLst>
              <a:ext uri="{FF2B5EF4-FFF2-40B4-BE49-F238E27FC236}">
                <a16:creationId xmlns:a16="http://schemas.microsoft.com/office/drawing/2014/main" id="{CFF8EB65-3499-D97C-8562-FA5B57F3B06B}"/>
              </a:ext>
            </a:extLst>
          </p:cNvPr>
          <p:cNvSpPr txBox="1"/>
          <p:nvPr/>
        </p:nvSpPr>
        <p:spPr>
          <a:xfrm>
            <a:off x="678883" y="1082351"/>
            <a:ext cx="10487608" cy="2677656"/>
          </a:xfrm>
          <a:prstGeom prst="rect">
            <a:avLst/>
          </a:prstGeom>
          <a:noFill/>
        </p:spPr>
        <p:txBody>
          <a:bodyPr wrap="square" rtlCol="0">
            <a:spAutoFit/>
          </a:bodyPr>
          <a:lstStyle/>
          <a:p>
            <a:pPr marL="285750" indent="-285750">
              <a:buFont typeface="Arial" panose="020B0604020202020204" pitchFamily="34" charset="0"/>
              <a:buChar char="•"/>
            </a:pPr>
            <a:r>
              <a:rPr lang="en-US" dirty="0"/>
              <a:t>Rapid growth of mobile banking has increased the need for advanced risk management.</a:t>
            </a:r>
            <a:endParaRPr lang="en-IN" dirty="0"/>
          </a:p>
          <a:p>
            <a:pPr marL="285750" indent="-285750">
              <a:buFont typeface="Arial" panose="020B0604020202020204" pitchFamily="34" charset="0"/>
              <a:buChar char="•"/>
            </a:pPr>
            <a:r>
              <a:rPr lang="en-US" dirty="0"/>
              <a:t>Fraud threatens financial stability, customer trust, and institutional reputation.</a:t>
            </a:r>
          </a:p>
          <a:p>
            <a:pPr marL="285750" indent="-285750">
              <a:buFont typeface="Arial" panose="020B0604020202020204" pitchFamily="34" charset="0"/>
              <a:buChar char="•"/>
            </a:pPr>
            <a:r>
              <a:rPr lang="en-US" dirty="0"/>
              <a:t>Machine learning enables proactive fraud detection and prevention.</a:t>
            </a:r>
          </a:p>
          <a:p>
            <a:pPr marL="285750" indent="-285750">
              <a:buFont typeface="Arial" panose="020B0604020202020204" pitchFamily="34" charset="0"/>
              <a:buChar char="•"/>
            </a:pPr>
            <a:endParaRPr lang="en-US" dirty="0"/>
          </a:p>
          <a:p>
            <a:r>
              <a:rPr lang="en-US" sz="2400" b="1" dirty="0"/>
              <a:t>Objective:</a:t>
            </a:r>
            <a:endParaRPr lang="en-IN" sz="2400" b="1" dirty="0"/>
          </a:p>
          <a:p>
            <a:pPr marL="285750" indent="-285750">
              <a:buFont typeface="Arial" panose="020B0604020202020204" pitchFamily="34" charset="0"/>
              <a:buChar char="•"/>
            </a:pPr>
            <a:r>
              <a:rPr lang="en-US" dirty="0"/>
              <a:t>The objective is to develop a real-time machine learning system to detect fraudulent transactions and minimize financial risk.</a:t>
            </a:r>
          </a:p>
          <a:p>
            <a:pPr marL="285750" indent="-285750">
              <a:buFont typeface="Arial" panose="020B0604020202020204" pitchFamily="34" charset="0"/>
              <a:buChar char="•"/>
            </a:pPr>
            <a:r>
              <a:rPr lang="en-US" dirty="0"/>
              <a:t>The challenge is detecting fraud accurately while avoiding false positives. since most transactions are legit</a:t>
            </a:r>
            <a:endParaRPr lang="en-IN" dirty="0"/>
          </a:p>
          <a:p>
            <a:endParaRPr lang="en-IN" dirty="0"/>
          </a:p>
        </p:txBody>
      </p:sp>
      <p:sp>
        <p:nvSpPr>
          <p:cNvPr id="26" name="TextBox 25">
            <a:extLst>
              <a:ext uri="{FF2B5EF4-FFF2-40B4-BE49-F238E27FC236}">
                <a16:creationId xmlns:a16="http://schemas.microsoft.com/office/drawing/2014/main" id="{14B90CEC-644E-3DDE-95D9-06959F8F3236}"/>
              </a:ext>
            </a:extLst>
          </p:cNvPr>
          <p:cNvSpPr txBox="1"/>
          <p:nvPr/>
        </p:nvSpPr>
        <p:spPr>
          <a:xfrm>
            <a:off x="774441" y="5775649"/>
            <a:ext cx="9218645" cy="461665"/>
          </a:xfrm>
          <a:prstGeom prst="rect">
            <a:avLst/>
          </a:prstGeom>
          <a:noFill/>
        </p:spPr>
        <p:txBody>
          <a:bodyPr wrap="square" rtlCol="0">
            <a:spAutoFit/>
          </a:bodyPr>
          <a:lstStyle/>
          <a:p>
            <a:r>
              <a:rPr lang="en-IN" sz="1200" dirty="0">
                <a:hlinkClick r:id="rId2"/>
              </a:rPr>
              <a:t>https://www.researchgate.net/publication/383921055_Growth_Of_Mobile_Banking_In_India_Comprehensive_Study</a:t>
            </a:r>
            <a:endParaRPr lang="en-IN" sz="1200" dirty="0"/>
          </a:p>
          <a:p>
            <a:r>
              <a:rPr lang="en-IN" sz="1200" dirty="0">
                <a:hlinkClick r:id="rId3"/>
              </a:rPr>
              <a:t>https://www.hansrajcollege.ac.in/uploads/researchinnovation/callforpapersposter/issue3_vol3/Paper%205.pdf</a:t>
            </a:r>
            <a:endParaRPr lang="en-IN" sz="1200" dirty="0"/>
          </a:p>
        </p:txBody>
      </p:sp>
      <p:pic>
        <p:nvPicPr>
          <p:cNvPr id="28" name="Picture 27">
            <a:extLst>
              <a:ext uri="{FF2B5EF4-FFF2-40B4-BE49-F238E27FC236}">
                <a16:creationId xmlns:a16="http://schemas.microsoft.com/office/drawing/2014/main" id="{8DFBA951-35C3-27BC-FAC2-2C658FDC86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6285" y="3588049"/>
            <a:ext cx="3500449" cy="2118845"/>
          </a:xfrm>
          <a:prstGeom prst="rect">
            <a:avLst/>
          </a:prstGeom>
        </p:spPr>
      </p:pic>
      <p:pic>
        <p:nvPicPr>
          <p:cNvPr id="32" name="Picture 31">
            <a:extLst>
              <a:ext uri="{FF2B5EF4-FFF2-40B4-BE49-F238E27FC236}">
                <a16:creationId xmlns:a16="http://schemas.microsoft.com/office/drawing/2014/main" id="{C390AB6A-FA1C-B534-BBCD-6D535A4602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54351" y="3588049"/>
            <a:ext cx="5251050" cy="2118845"/>
          </a:xfrm>
          <a:prstGeom prst="rect">
            <a:avLst/>
          </a:prstGeom>
        </p:spPr>
      </p:pic>
    </p:spTree>
    <p:extLst>
      <p:ext uri="{BB962C8B-B14F-4D97-AF65-F5344CB8AC3E}">
        <p14:creationId xmlns:p14="http://schemas.microsoft.com/office/powerpoint/2010/main" val="2029151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a:xfrm>
            <a:off x="398711" y="379699"/>
            <a:ext cx="10834234" cy="612775"/>
          </a:xfrm>
        </p:spPr>
        <p:txBody>
          <a:bodyPr>
            <a:normAutofit/>
          </a:bodyPr>
          <a:lstStyle/>
          <a:p>
            <a:r>
              <a:rPr lang="en-US" sz="4400" dirty="0">
                <a:latin typeface="+mn-lt"/>
              </a:rPr>
              <a:t>Problem Statement</a:t>
            </a:r>
          </a:p>
        </p:txBody>
      </p:sp>
      <p:sp>
        <p:nvSpPr>
          <p:cNvPr id="6" name="Content Placeholder 5">
            <a:extLst>
              <a:ext uri="{FF2B5EF4-FFF2-40B4-BE49-F238E27FC236}">
                <a16:creationId xmlns:a16="http://schemas.microsoft.com/office/drawing/2014/main" id="{9269A633-BD2F-B30B-61D5-9880BE462620}"/>
              </a:ext>
            </a:extLst>
          </p:cNvPr>
          <p:cNvSpPr>
            <a:spLocks noGrp="1"/>
          </p:cNvSpPr>
          <p:nvPr>
            <p:ph idx="1"/>
          </p:nvPr>
        </p:nvSpPr>
        <p:spPr>
          <a:xfrm>
            <a:off x="379081" y="1311181"/>
            <a:ext cx="10834234" cy="1590639"/>
          </a:xfrm>
        </p:spPr>
        <p:txBody>
          <a:bodyPr/>
          <a:lstStyle/>
          <a:p>
            <a:pPr algn="just"/>
            <a:r>
              <a:rPr lang="en-US" sz="2000" dirty="0"/>
              <a:t>Fraud transactions are difficult to distinguish from genuine ones</a:t>
            </a:r>
          </a:p>
          <a:p>
            <a:pPr algn="just"/>
            <a:r>
              <a:rPr lang="en-US" sz="2000" dirty="0"/>
              <a:t>Manual review is inefficient and costly</a:t>
            </a:r>
          </a:p>
          <a:p>
            <a:pPr algn="just"/>
            <a:r>
              <a:rPr lang="en-US" sz="2000" dirty="0"/>
              <a:t>High transaction volume requires automation</a:t>
            </a:r>
          </a:p>
          <a:p>
            <a:pPr algn="just"/>
            <a:r>
              <a:rPr lang="en-US" sz="2000" dirty="0"/>
              <a:t>Need for fast, accurate, and scalable solution</a:t>
            </a:r>
            <a:endParaRPr lang="en-IN" sz="2000" dirty="0"/>
          </a:p>
          <a:p>
            <a:endParaRPr lang="en-IN" dirty="0"/>
          </a:p>
        </p:txBody>
      </p:sp>
      <p:pic>
        <p:nvPicPr>
          <p:cNvPr id="8" name="Picture 7">
            <a:extLst>
              <a:ext uri="{FF2B5EF4-FFF2-40B4-BE49-F238E27FC236}">
                <a16:creationId xmlns:a16="http://schemas.microsoft.com/office/drawing/2014/main" id="{7D64550B-C32E-2AEC-0B0E-46372A8B3C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081" y="3135086"/>
            <a:ext cx="3568426" cy="2202879"/>
          </a:xfrm>
          <a:prstGeom prst="rect">
            <a:avLst/>
          </a:prstGeom>
        </p:spPr>
      </p:pic>
      <p:pic>
        <p:nvPicPr>
          <p:cNvPr id="10" name="Picture 9">
            <a:extLst>
              <a:ext uri="{FF2B5EF4-FFF2-40B4-BE49-F238E27FC236}">
                <a16:creationId xmlns:a16="http://schemas.microsoft.com/office/drawing/2014/main" id="{F4003EDB-865A-4817-47F2-0D21A414E2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6455" y="3122880"/>
            <a:ext cx="3298963" cy="2202879"/>
          </a:xfrm>
          <a:prstGeom prst="rect">
            <a:avLst/>
          </a:prstGeom>
        </p:spPr>
      </p:pic>
      <p:pic>
        <p:nvPicPr>
          <p:cNvPr id="12" name="Picture 11">
            <a:extLst>
              <a:ext uri="{FF2B5EF4-FFF2-40B4-BE49-F238E27FC236}">
                <a16:creationId xmlns:a16="http://schemas.microsoft.com/office/drawing/2014/main" id="{6E482671-C653-B9D4-173E-CC2D5F6369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84366" y="3049644"/>
            <a:ext cx="3584446" cy="2288321"/>
          </a:xfrm>
          <a:prstGeom prst="rect">
            <a:avLst/>
          </a:prstGeom>
        </p:spPr>
      </p:pic>
      <p:sp>
        <p:nvSpPr>
          <p:cNvPr id="13" name="TextBox 12">
            <a:extLst>
              <a:ext uri="{FF2B5EF4-FFF2-40B4-BE49-F238E27FC236}">
                <a16:creationId xmlns:a16="http://schemas.microsoft.com/office/drawing/2014/main" id="{B04DBB58-4483-01F9-0A53-F97253C8C661}"/>
              </a:ext>
            </a:extLst>
          </p:cNvPr>
          <p:cNvSpPr txBox="1"/>
          <p:nvPr/>
        </p:nvSpPr>
        <p:spPr>
          <a:xfrm>
            <a:off x="398711" y="5546819"/>
            <a:ext cx="9395926" cy="461665"/>
          </a:xfrm>
          <a:prstGeom prst="rect">
            <a:avLst/>
          </a:prstGeom>
          <a:noFill/>
        </p:spPr>
        <p:txBody>
          <a:bodyPr wrap="square" rtlCol="0">
            <a:spAutoFit/>
          </a:bodyPr>
          <a:lstStyle/>
          <a:p>
            <a:pPr marL="342900" indent="-342900">
              <a:buFont typeface="Arial" panose="020B0604020202020204" pitchFamily="34" charset="0"/>
              <a:buChar char="•"/>
            </a:pPr>
            <a:r>
              <a:rPr lang="en-US" sz="1200" dirty="0"/>
              <a:t>These are not exact numbers.</a:t>
            </a:r>
          </a:p>
          <a:p>
            <a:pPr marL="342900" indent="-342900">
              <a:buFont typeface="Arial" panose="020B0604020202020204" pitchFamily="34" charset="0"/>
              <a:buChar char="•"/>
            </a:pPr>
            <a:r>
              <a:rPr lang="en-US" sz="1200" dirty="0"/>
              <a:t>Based on RBI-reported trends</a:t>
            </a:r>
            <a:endParaRPr lang="en-IN" sz="1200" dirty="0"/>
          </a:p>
        </p:txBody>
      </p:sp>
    </p:spTree>
    <p:extLst>
      <p:ext uri="{BB962C8B-B14F-4D97-AF65-F5344CB8AC3E}">
        <p14:creationId xmlns:p14="http://schemas.microsoft.com/office/powerpoint/2010/main" val="1953804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3199A-3B5F-89D3-9305-074A9AB2B560}"/>
              </a:ext>
            </a:extLst>
          </p:cNvPr>
          <p:cNvSpPr>
            <a:spLocks noGrp="1"/>
          </p:cNvSpPr>
          <p:nvPr>
            <p:ph type="title"/>
          </p:nvPr>
        </p:nvSpPr>
        <p:spPr>
          <a:xfrm>
            <a:off x="562708" y="268302"/>
            <a:ext cx="10834234" cy="612775"/>
          </a:xfrm>
        </p:spPr>
        <p:txBody>
          <a:bodyPr>
            <a:normAutofit/>
          </a:bodyPr>
          <a:lstStyle/>
          <a:p>
            <a:r>
              <a:rPr lang="en-US" sz="4400" dirty="0">
                <a:latin typeface="+mn-lt"/>
              </a:rPr>
              <a:t>Motivation </a:t>
            </a:r>
            <a:endParaRPr lang="en-IN" sz="4400" dirty="0">
              <a:latin typeface="+mn-lt"/>
            </a:endParaRPr>
          </a:p>
        </p:txBody>
      </p:sp>
      <p:sp>
        <p:nvSpPr>
          <p:cNvPr id="3" name="Content Placeholder 2">
            <a:extLst>
              <a:ext uri="{FF2B5EF4-FFF2-40B4-BE49-F238E27FC236}">
                <a16:creationId xmlns:a16="http://schemas.microsoft.com/office/drawing/2014/main" id="{FF321BDA-F7D1-6F23-F9FA-E23B400A0CB0}"/>
              </a:ext>
            </a:extLst>
          </p:cNvPr>
          <p:cNvSpPr>
            <a:spLocks noGrp="1"/>
          </p:cNvSpPr>
          <p:nvPr>
            <p:ph idx="1"/>
          </p:nvPr>
        </p:nvSpPr>
        <p:spPr>
          <a:xfrm>
            <a:off x="678884" y="1675075"/>
            <a:ext cx="10834234" cy="2710313"/>
          </a:xfrm>
        </p:spPr>
        <p:txBody>
          <a:bodyPr>
            <a:normAutofit/>
          </a:bodyPr>
          <a:lstStyle/>
          <a:p>
            <a:endParaRPr lang="en-IN" sz="2000" dirty="0"/>
          </a:p>
          <a:p>
            <a:endParaRPr lang="en-IN" sz="2000" dirty="0"/>
          </a:p>
          <a:p>
            <a:endParaRPr lang="en-IN" sz="2000" dirty="0"/>
          </a:p>
        </p:txBody>
      </p:sp>
      <p:sp>
        <p:nvSpPr>
          <p:cNvPr id="5" name="TextBox 4">
            <a:extLst>
              <a:ext uri="{FF2B5EF4-FFF2-40B4-BE49-F238E27FC236}">
                <a16:creationId xmlns:a16="http://schemas.microsoft.com/office/drawing/2014/main" id="{F32F0013-7DA9-428F-0176-15FDB04DFC99}"/>
              </a:ext>
            </a:extLst>
          </p:cNvPr>
          <p:cNvSpPr txBox="1"/>
          <p:nvPr/>
        </p:nvSpPr>
        <p:spPr>
          <a:xfrm>
            <a:off x="678884" y="5728996"/>
            <a:ext cx="11077687" cy="738664"/>
          </a:xfrm>
          <a:prstGeom prst="rect">
            <a:avLst/>
          </a:prstGeom>
          <a:noFill/>
        </p:spPr>
        <p:txBody>
          <a:bodyPr wrap="square" rtlCol="0">
            <a:spAutoFit/>
          </a:bodyPr>
          <a:lstStyle/>
          <a:p>
            <a:pPr marL="285750" indent="-285750">
              <a:buFont typeface="Arial" panose="020B0604020202020204" pitchFamily="34" charset="0"/>
              <a:buChar char="•"/>
            </a:pPr>
            <a:r>
              <a:rPr lang="en-IN" sz="1200" i="1" dirty="0">
                <a:hlinkClick r:id="rId2">
                  <a:extLst>
                    <a:ext uri="{A12FA001-AC4F-418D-AE19-62706E023703}">
                      <ahyp:hlinkClr xmlns:ahyp="http://schemas.microsoft.com/office/drawing/2018/hyperlinkcolor" val="tx"/>
                    </a:ext>
                  </a:extLst>
                </a:hlinkClick>
              </a:rPr>
              <a:t>https://analyticsindiamag.com/ai-news-updates/india-lost-%E2%82%B922812-crore-to-cyber-fraud-in-2024-report/</a:t>
            </a:r>
            <a:endParaRPr lang="en-IN" sz="1200" i="1" dirty="0"/>
          </a:p>
          <a:p>
            <a:pPr marL="285750" indent="-285750">
              <a:buFont typeface="Arial" panose="020B0604020202020204" pitchFamily="34" charset="0"/>
              <a:buChar char="•"/>
            </a:pPr>
            <a:r>
              <a:rPr lang="en-IN" sz="1200" i="1" dirty="0">
                <a:hlinkClick r:id="rId3">
                  <a:extLst>
                    <a:ext uri="{A12FA001-AC4F-418D-AE19-62706E023703}">
                      <ahyp:hlinkClr xmlns:ahyp="http://schemas.microsoft.com/office/drawing/2018/hyperlinkcolor" val="tx"/>
                    </a:ext>
                  </a:extLst>
                </a:hlinkClick>
              </a:rPr>
              <a:t>https://rmaindia.org/indias-cyber-fraud-losses-soar-206-to-%E2%82%B922845-crore-from-2024/</a:t>
            </a:r>
            <a:endParaRPr lang="en-IN" sz="1200" i="1" dirty="0"/>
          </a:p>
          <a:p>
            <a:endParaRPr lang="en-IN" dirty="0"/>
          </a:p>
        </p:txBody>
      </p:sp>
      <p:sp>
        <p:nvSpPr>
          <p:cNvPr id="6" name="TextBox 5">
            <a:extLst>
              <a:ext uri="{FF2B5EF4-FFF2-40B4-BE49-F238E27FC236}">
                <a16:creationId xmlns:a16="http://schemas.microsoft.com/office/drawing/2014/main" id="{D5DE7B1D-8ED8-6DAA-3D37-D85C38913B04}"/>
              </a:ext>
            </a:extLst>
          </p:cNvPr>
          <p:cNvSpPr txBox="1"/>
          <p:nvPr/>
        </p:nvSpPr>
        <p:spPr>
          <a:xfrm>
            <a:off x="485222" y="1274564"/>
            <a:ext cx="11271349" cy="2154436"/>
          </a:xfrm>
          <a:prstGeom prst="rect">
            <a:avLst/>
          </a:prstGeom>
          <a:noFill/>
        </p:spPr>
        <p:txBody>
          <a:bodyPr wrap="square" rtlCol="0">
            <a:spAutoFit/>
          </a:bodyPr>
          <a:lstStyle/>
          <a:p>
            <a:pPr marL="342900" indent="-342900">
              <a:buFont typeface="Arial" panose="020B0604020202020204" pitchFamily="34" charset="0"/>
              <a:buChar char="•"/>
            </a:pPr>
            <a:r>
              <a:rPr lang="en-IN" sz="2000" dirty="0"/>
              <a:t>Mobile banking growth has increased fraud risks.</a:t>
            </a:r>
          </a:p>
          <a:p>
            <a:pPr marL="342900" indent="-342900">
              <a:buFont typeface="Arial" panose="020B0604020202020204" pitchFamily="34" charset="0"/>
              <a:buChar char="•"/>
            </a:pPr>
            <a:r>
              <a:rPr lang="en-IN" sz="2000" dirty="0"/>
              <a:t>Fraud losses are rising rapidly each year.</a:t>
            </a:r>
          </a:p>
          <a:p>
            <a:pPr marL="342900" indent="-342900">
              <a:buFont typeface="Arial" panose="020B0604020202020204" pitchFamily="34" charset="0"/>
              <a:buChar char="•"/>
            </a:pPr>
            <a:r>
              <a:rPr lang="en-IN" sz="2000" dirty="0"/>
              <a:t>Conventional detection methods are no longer sufficient.</a:t>
            </a:r>
          </a:p>
          <a:p>
            <a:pPr marL="342900" indent="-342900">
              <a:buFont typeface="Arial" panose="020B0604020202020204" pitchFamily="34" charset="0"/>
              <a:buChar char="•"/>
            </a:pPr>
            <a:r>
              <a:rPr lang="en-IN" sz="2000" dirty="0"/>
              <a:t>Machine learning helps significantly reduce fraud impact</a:t>
            </a:r>
            <a:r>
              <a:rPr lang="en-IN" sz="1200" dirty="0"/>
              <a:t>. </a:t>
            </a:r>
            <a:r>
              <a:rPr lang="en-IN" sz="1200" i="1" dirty="0"/>
              <a:t>(Assuming the machine learning model detects 75% of fraud transaction)</a:t>
            </a:r>
          </a:p>
          <a:p>
            <a:endParaRPr lang="en-IN" dirty="0"/>
          </a:p>
          <a:p>
            <a:endParaRPr lang="en-IN" dirty="0"/>
          </a:p>
          <a:p>
            <a:endParaRPr lang="en-IN" dirty="0"/>
          </a:p>
        </p:txBody>
      </p:sp>
      <p:pic>
        <p:nvPicPr>
          <p:cNvPr id="8" name="Picture 7">
            <a:extLst>
              <a:ext uri="{FF2B5EF4-FFF2-40B4-BE49-F238E27FC236}">
                <a16:creationId xmlns:a16="http://schemas.microsoft.com/office/drawing/2014/main" id="{EB24B82B-2B26-11E2-AD8D-8262878E55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222" y="3186729"/>
            <a:ext cx="3198175" cy="2299044"/>
          </a:xfrm>
          <a:prstGeom prst="rect">
            <a:avLst/>
          </a:prstGeom>
        </p:spPr>
      </p:pic>
      <p:pic>
        <p:nvPicPr>
          <p:cNvPr id="10" name="Picture 9">
            <a:extLst>
              <a:ext uri="{FF2B5EF4-FFF2-40B4-BE49-F238E27FC236}">
                <a16:creationId xmlns:a16="http://schemas.microsoft.com/office/drawing/2014/main" id="{D13A3279-58F2-3FB7-166E-4C8D566B8E0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62474" y="3186728"/>
            <a:ext cx="3234702" cy="2299044"/>
          </a:xfrm>
          <a:prstGeom prst="rect">
            <a:avLst/>
          </a:prstGeom>
        </p:spPr>
      </p:pic>
      <p:pic>
        <p:nvPicPr>
          <p:cNvPr id="12" name="Picture 11">
            <a:extLst>
              <a:ext uri="{FF2B5EF4-FFF2-40B4-BE49-F238E27FC236}">
                <a16:creationId xmlns:a16="http://schemas.microsoft.com/office/drawing/2014/main" id="{9251E199-D27E-4357-DFD1-E64D99F8388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76253" y="3186728"/>
            <a:ext cx="3261055" cy="2299044"/>
          </a:xfrm>
          <a:prstGeom prst="rect">
            <a:avLst/>
          </a:prstGeom>
        </p:spPr>
      </p:pic>
    </p:spTree>
    <p:extLst>
      <p:ext uri="{BB962C8B-B14F-4D97-AF65-F5344CB8AC3E}">
        <p14:creationId xmlns:p14="http://schemas.microsoft.com/office/powerpoint/2010/main" val="970755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C6A0E-8466-8BC1-E729-ED6781740EF8}"/>
              </a:ext>
            </a:extLst>
          </p:cNvPr>
          <p:cNvSpPr>
            <a:spLocks noGrp="1"/>
          </p:cNvSpPr>
          <p:nvPr>
            <p:ph type="title"/>
          </p:nvPr>
        </p:nvSpPr>
        <p:spPr>
          <a:xfrm>
            <a:off x="678882" y="401310"/>
            <a:ext cx="10834234" cy="612775"/>
          </a:xfrm>
        </p:spPr>
        <p:txBody>
          <a:bodyPr>
            <a:normAutofit/>
          </a:bodyPr>
          <a:lstStyle/>
          <a:p>
            <a:r>
              <a:rPr lang="en-US" sz="4400" dirty="0"/>
              <a:t>Dataset Overview</a:t>
            </a:r>
          </a:p>
        </p:txBody>
      </p:sp>
      <p:sp>
        <p:nvSpPr>
          <p:cNvPr id="3" name="TextBox 2">
            <a:extLst>
              <a:ext uri="{FF2B5EF4-FFF2-40B4-BE49-F238E27FC236}">
                <a16:creationId xmlns:a16="http://schemas.microsoft.com/office/drawing/2014/main" id="{3138D595-8633-7A0F-660D-01C7D8058476}"/>
              </a:ext>
            </a:extLst>
          </p:cNvPr>
          <p:cNvSpPr txBox="1"/>
          <p:nvPr/>
        </p:nvSpPr>
        <p:spPr>
          <a:xfrm>
            <a:off x="678882" y="3429000"/>
            <a:ext cx="10834234" cy="1908215"/>
          </a:xfrm>
          <a:prstGeom prst="rect">
            <a:avLst/>
          </a:prstGeom>
          <a:noFill/>
        </p:spPr>
        <p:txBody>
          <a:bodyPr wrap="square" rtlCol="0">
            <a:spAutoFit/>
          </a:bodyPr>
          <a:lstStyle/>
          <a:p>
            <a:pPr algn="just"/>
            <a:endParaRPr lang="en-US" sz="2000" dirty="0">
              <a:solidFill>
                <a:schemeClr val="bg2">
                  <a:lumMod val="10000"/>
                </a:schemeClr>
              </a:solidFill>
              <a:latin typeface="Bookman Old Style" panose="02050604050505020204" pitchFamily="18" charset="0"/>
            </a:endParaRPr>
          </a:p>
          <a:p>
            <a:pPr marL="342900" indent="-342900" algn="just">
              <a:buFont typeface="Arial" panose="020B0604020202020204" pitchFamily="34" charset="0"/>
              <a:buChar char="•"/>
            </a:pPr>
            <a:r>
              <a:rPr lang="en-IN" sz="2000" dirty="0">
                <a:solidFill>
                  <a:schemeClr val="bg2">
                    <a:lumMod val="10000"/>
                  </a:schemeClr>
                </a:solidFill>
              </a:rPr>
              <a:t>Historical mobile transaction dataset.</a:t>
            </a:r>
          </a:p>
          <a:p>
            <a:pPr marL="342900" indent="-342900" algn="just">
              <a:buFont typeface="Arial" panose="020B0604020202020204" pitchFamily="34" charset="0"/>
              <a:buChar char="•"/>
            </a:pPr>
            <a:r>
              <a:rPr lang="en-IN" sz="2000" dirty="0">
                <a:solidFill>
                  <a:schemeClr val="bg2">
                    <a:lumMod val="10000"/>
                  </a:schemeClr>
                </a:solidFill>
              </a:rPr>
              <a:t>This dataset contains </a:t>
            </a:r>
            <a:r>
              <a:rPr lang="en-IN" sz="1200" i="1" dirty="0">
                <a:solidFill>
                  <a:schemeClr val="bg2">
                    <a:lumMod val="10000"/>
                  </a:schemeClr>
                </a:solidFill>
              </a:rPr>
              <a:t>(11.14K transactions)</a:t>
            </a:r>
          </a:p>
          <a:p>
            <a:pPr marL="342900" indent="-342900" algn="just">
              <a:buFont typeface="Arial" panose="020B0604020202020204" pitchFamily="34" charset="0"/>
              <a:buChar char="•"/>
            </a:pPr>
            <a:r>
              <a:rPr lang="en-IN" sz="2000" dirty="0">
                <a:solidFill>
                  <a:schemeClr val="bg2">
                    <a:lumMod val="10000"/>
                  </a:schemeClr>
                </a:solidFill>
              </a:rPr>
              <a:t>Each record represents one transaction.</a:t>
            </a:r>
          </a:p>
          <a:p>
            <a:pPr marL="342900" indent="-342900" algn="just">
              <a:buFont typeface="Arial" panose="020B0604020202020204" pitchFamily="34" charset="0"/>
              <a:buChar char="•"/>
            </a:pPr>
            <a:r>
              <a:rPr lang="en-IN" sz="2000" dirty="0">
                <a:solidFill>
                  <a:schemeClr val="bg2">
                    <a:lumMod val="10000"/>
                  </a:schemeClr>
                </a:solidFill>
              </a:rPr>
              <a:t>Target variables: </a:t>
            </a:r>
            <a:r>
              <a:rPr lang="en-IN" sz="2000" u="sng" dirty="0" err="1">
                <a:solidFill>
                  <a:schemeClr val="bg2">
                    <a:lumMod val="10000"/>
                  </a:schemeClr>
                </a:solidFill>
              </a:rPr>
              <a:t>isFraud</a:t>
            </a:r>
            <a:r>
              <a:rPr lang="en-IN" sz="2000" dirty="0">
                <a:solidFill>
                  <a:schemeClr val="bg2">
                    <a:lumMod val="10000"/>
                  </a:schemeClr>
                </a:solidFill>
              </a:rPr>
              <a:t> Binary indicator (1 for fraudulent, 0 for legitimate)</a:t>
            </a:r>
          </a:p>
          <a:p>
            <a:endParaRPr lang="en-IN" dirty="0"/>
          </a:p>
        </p:txBody>
      </p:sp>
      <p:pic>
        <p:nvPicPr>
          <p:cNvPr id="9" name="Content Placeholder 8">
            <a:extLst>
              <a:ext uri="{FF2B5EF4-FFF2-40B4-BE49-F238E27FC236}">
                <a16:creationId xmlns:a16="http://schemas.microsoft.com/office/drawing/2014/main" id="{A10CACC1-9DB5-D82A-B77D-B0AE1B62BC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0016" y="1133603"/>
            <a:ext cx="10833100" cy="2066378"/>
          </a:xfrm>
        </p:spPr>
      </p:pic>
    </p:spTree>
    <p:extLst>
      <p:ext uri="{BB962C8B-B14F-4D97-AF65-F5344CB8AC3E}">
        <p14:creationId xmlns:p14="http://schemas.microsoft.com/office/powerpoint/2010/main" val="343018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28A44-D95E-63C5-256F-2D416144C517}"/>
              </a:ext>
            </a:extLst>
          </p:cNvPr>
          <p:cNvSpPr>
            <a:spLocks noGrp="1"/>
          </p:cNvSpPr>
          <p:nvPr>
            <p:ph type="title"/>
          </p:nvPr>
        </p:nvSpPr>
        <p:spPr>
          <a:xfrm>
            <a:off x="678883" y="458885"/>
            <a:ext cx="10834234" cy="612775"/>
          </a:xfrm>
        </p:spPr>
        <p:txBody>
          <a:bodyPr>
            <a:normAutofit/>
          </a:bodyPr>
          <a:lstStyle/>
          <a:p>
            <a:r>
              <a:rPr lang="en-US" sz="4400" dirty="0">
                <a:latin typeface="Bookman Old Style" panose="02050604050505020204" pitchFamily="18" charset="0"/>
              </a:rPr>
              <a:t>EDA Key Findings</a:t>
            </a:r>
          </a:p>
        </p:txBody>
      </p:sp>
      <p:graphicFrame>
        <p:nvGraphicFramePr>
          <p:cNvPr id="3" name="Content Placeholder 2">
            <a:extLst>
              <a:ext uri="{FF2B5EF4-FFF2-40B4-BE49-F238E27FC236}">
                <a16:creationId xmlns:a16="http://schemas.microsoft.com/office/drawing/2014/main" id="{970419AB-8F0A-026B-FDE3-E9687F2D4061}"/>
              </a:ext>
            </a:extLst>
          </p:cNvPr>
          <p:cNvGraphicFramePr>
            <a:graphicFrameLocks noGrp="1"/>
          </p:cNvGraphicFramePr>
          <p:nvPr>
            <p:ph idx="1"/>
            <p:extLst>
              <p:ext uri="{D42A27DB-BD31-4B8C-83A1-F6EECF244321}">
                <p14:modId xmlns:p14="http://schemas.microsoft.com/office/powerpoint/2010/main" val="3470367871"/>
              </p:ext>
            </p:extLst>
          </p:nvPr>
        </p:nvGraphicFramePr>
        <p:xfrm>
          <a:off x="5766318" y="1119037"/>
          <a:ext cx="6328406" cy="52147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Picture 10">
            <a:extLst>
              <a:ext uri="{FF2B5EF4-FFF2-40B4-BE49-F238E27FC236}">
                <a16:creationId xmlns:a16="http://schemas.microsoft.com/office/drawing/2014/main" id="{A0EA9B60-B16A-0D5E-6406-E0951A5C25B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89634" y="1336808"/>
            <a:ext cx="5003460" cy="2316650"/>
          </a:xfrm>
          <a:prstGeom prst="rect">
            <a:avLst/>
          </a:prstGeom>
        </p:spPr>
      </p:pic>
      <p:pic>
        <p:nvPicPr>
          <p:cNvPr id="13" name="Picture 12">
            <a:extLst>
              <a:ext uri="{FF2B5EF4-FFF2-40B4-BE49-F238E27FC236}">
                <a16:creationId xmlns:a16="http://schemas.microsoft.com/office/drawing/2014/main" id="{EEA4471F-0A73-6FA9-AD8E-19137C4C588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78883" y="3726418"/>
            <a:ext cx="4714211" cy="2461938"/>
          </a:xfrm>
          <a:prstGeom prst="rect">
            <a:avLst/>
          </a:prstGeom>
        </p:spPr>
      </p:pic>
    </p:spTree>
    <p:extLst>
      <p:ext uri="{BB962C8B-B14F-4D97-AF65-F5344CB8AC3E}">
        <p14:creationId xmlns:p14="http://schemas.microsoft.com/office/powerpoint/2010/main" val="424036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5D69C-570F-720D-5C4C-F39332DA6EFA}"/>
              </a:ext>
            </a:extLst>
          </p:cNvPr>
          <p:cNvSpPr>
            <a:spLocks noGrp="1"/>
          </p:cNvSpPr>
          <p:nvPr>
            <p:ph type="title"/>
          </p:nvPr>
        </p:nvSpPr>
        <p:spPr>
          <a:xfrm>
            <a:off x="567774" y="249857"/>
            <a:ext cx="10834234" cy="612775"/>
          </a:xfrm>
        </p:spPr>
        <p:txBody>
          <a:bodyPr>
            <a:normAutofit/>
          </a:bodyPr>
          <a:lstStyle/>
          <a:p>
            <a:r>
              <a:rPr lang="en-US" sz="4400" dirty="0">
                <a:latin typeface="+mn-lt"/>
              </a:rPr>
              <a:t>Data Pre-processing</a:t>
            </a:r>
          </a:p>
        </p:txBody>
      </p:sp>
      <p:sp>
        <p:nvSpPr>
          <p:cNvPr id="5" name="Rectangle 2">
            <a:extLst>
              <a:ext uri="{FF2B5EF4-FFF2-40B4-BE49-F238E27FC236}">
                <a16:creationId xmlns:a16="http://schemas.microsoft.com/office/drawing/2014/main" id="{5F2CC307-77D2-439C-5AA0-D72F66075A75}"/>
              </a:ext>
            </a:extLst>
          </p:cNvPr>
          <p:cNvSpPr>
            <a:spLocks noGrp="1" noChangeArrowheads="1"/>
          </p:cNvSpPr>
          <p:nvPr>
            <p:ph idx="1"/>
          </p:nvPr>
        </p:nvSpPr>
        <p:spPr bwMode="auto">
          <a:xfrm>
            <a:off x="10760789" y="1306857"/>
            <a:ext cx="1294362" cy="802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endParaRPr lang="en-US" sz="2400" b="1" dirty="0">
              <a:latin typeface="Bookman Old Style" panose="02050604050505020204" pitchFamily="18" charset="0"/>
            </a:endParaRPr>
          </a:p>
          <a:p>
            <a:pPr marL="0" indent="0">
              <a:buNone/>
            </a:pPr>
            <a:endParaRPr lang="en-US" sz="1800" b="1" dirty="0">
              <a:latin typeface="Bookman Old Style" panose="02050604050505020204" pitchFamily="18" charset="0"/>
            </a:endParaRPr>
          </a:p>
        </p:txBody>
      </p:sp>
      <p:pic>
        <p:nvPicPr>
          <p:cNvPr id="9" name="Picture 8">
            <a:extLst>
              <a:ext uri="{FF2B5EF4-FFF2-40B4-BE49-F238E27FC236}">
                <a16:creationId xmlns:a16="http://schemas.microsoft.com/office/drawing/2014/main" id="{E80E46BF-575C-27FA-3AE7-2770D752E3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774" y="1276635"/>
            <a:ext cx="9774014" cy="924054"/>
          </a:xfrm>
          <a:prstGeom prst="rect">
            <a:avLst/>
          </a:prstGeom>
        </p:spPr>
      </p:pic>
      <p:pic>
        <p:nvPicPr>
          <p:cNvPr id="11" name="Picture 10">
            <a:extLst>
              <a:ext uri="{FF2B5EF4-FFF2-40B4-BE49-F238E27FC236}">
                <a16:creationId xmlns:a16="http://schemas.microsoft.com/office/drawing/2014/main" id="{B761FB6A-91BE-54CC-8A33-31ED6EDECD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7774" y="2563374"/>
            <a:ext cx="9774014" cy="981212"/>
          </a:xfrm>
          <a:prstGeom prst="rect">
            <a:avLst/>
          </a:prstGeom>
        </p:spPr>
      </p:pic>
      <p:sp>
        <p:nvSpPr>
          <p:cNvPr id="12" name="TextBox 11">
            <a:extLst>
              <a:ext uri="{FF2B5EF4-FFF2-40B4-BE49-F238E27FC236}">
                <a16:creationId xmlns:a16="http://schemas.microsoft.com/office/drawing/2014/main" id="{B035C9F1-242E-414A-BA2E-B1CD1C5FCED6}"/>
              </a:ext>
            </a:extLst>
          </p:cNvPr>
          <p:cNvSpPr txBox="1"/>
          <p:nvPr/>
        </p:nvSpPr>
        <p:spPr>
          <a:xfrm>
            <a:off x="567774" y="3925317"/>
            <a:ext cx="10193015" cy="1600438"/>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t>Handled missing and inconsistent data</a:t>
            </a:r>
          </a:p>
          <a:p>
            <a:pPr marL="285750" indent="-285750" algn="just">
              <a:buFont typeface="Arial" panose="020B0604020202020204" pitchFamily="34" charset="0"/>
              <a:buChar char="•"/>
            </a:pPr>
            <a:r>
              <a:rPr lang="en-US" sz="2000" dirty="0"/>
              <a:t>Encoded categorical variables into numeric form</a:t>
            </a:r>
          </a:p>
          <a:p>
            <a:pPr marL="285750" indent="-285750" algn="just">
              <a:buFont typeface="Arial" panose="020B0604020202020204" pitchFamily="34" charset="0"/>
              <a:buChar char="•"/>
            </a:pPr>
            <a:r>
              <a:rPr lang="en-US" sz="2000" dirty="0"/>
              <a:t>Normalized numerical features</a:t>
            </a:r>
          </a:p>
          <a:p>
            <a:pPr marL="285750" indent="-285750" algn="just">
              <a:buFont typeface="Arial" panose="020B0604020202020204" pitchFamily="34" charset="0"/>
              <a:buChar char="•"/>
            </a:pPr>
            <a:r>
              <a:rPr lang="en-US" sz="2000" dirty="0"/>
              <a:t>Addressed class imbalance using resampling techniques</a:t>
            </a:r>
          </a:p>
          <a:p>
            <a:endParaRPr lang="en-IN" dirty="0"/>
          </a:p>
        </p:txBody>
      </p:sp>
      <p:sp>
        <p:nvSpPr>
          <p:cNvPr id="13" name="Right Brace 12">
            <a:extLst>
              <a:ext uri="{FF2B5EF4-FFF2-40B4-BE49-F238E27FC236}">
                <a16:creationId xmlns:a16="http://schemas.microsoft.com/office/drawing/2014/main" id="{1A2AD0B7-98C0-6253-6AD9-FE6F790A4AB4}"/>
              </a:ext>
            </a:extLst>
          </p:cNvPr>
          <p:cNvSpPr/>
          <p:nvPr/>
        </p:nvSpPr>
        <p:spPr>
          <a:xfrm>
            <a:off x="10459616" y="1276635"/>
            <a:ext cx="301173" cy="92405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4" name="Right Brace 13">
            <a:extLst>
              <a:ext uri="{FF2B5EF4-FFF2-40B4-BE49-F238E27FC236}">
                <a16:creationId xmlns:a16="http://schemas.microsoft.com/office/drawing/2014/main" id="{B7D268AC-88F5-7340-23C1-2BD1DA71BD45}"/>
              </a:ext>
            </a:extLst>
          </p:cNvPr>
          <p:cNvSpPr/>
          <p:nvPr/>
        </p:nvSpPr>
        <p:spPr>
          <a:xfrm>
            <a:off x="10459616" y="2605281"/>
            <a:ext cx="301173" cy="92405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6" name="TextBox 15">
            <a:extLst>
              <a:ext uri="{FF2B5EF4-FFF2-40B4-BE49-F238E27FC236}">
                <a16:creationId xmlns:a16="http://schemas.microsoft.com/office/drawing/2014/main" id="{89A1BEC7-0D82-06B3-CACD-E0BBE53122DE}"/>
              </a:ext>
            </a:extLst>
          </p:cNvPr>
          <p:cNvSpPr txBox="1"/>
          <p:nvPr/>
        </p:nvSpPr>
        <p:spPr>
          <a:xfrm>
            <a:off x="10784115" y="1547344"/>
            <a:ext cx="1247709" cy="373224"/>
          </a:xfrm>
          <a:prstGeom prst="rect">
            <a:avLst/>
          </a:prstGeom>
          <a:noFill/>
        </p:spPr>
        <p:txBody>
          <a:bodyPr wrap="square" rtlCol="0">
            <a:spAutoFit/>
          </a:bodyPr>
          <a:lstStyle/>
          <a:p>
            <a:r>
              <a:rPr lang="en-US" dirty="0"/>
              <a:t>Before</a:t>
            </a:r>
            <a:endParaRPr lang="en-IN" dirty="0"/>
          </a:p>
        </p:txBody>
      </p:sp>
      <p:sp>
        <p:nvSpPr>
          <p:cNvPr id="17" name="TextBox 16">
            <a:extLst>
              <a:ext uri="{FF2B5EF4-FFF2-40B4-BE49-F238E27FC236}">
                <a16:creationId xmlns:a16="http://schemas.microsoft.com/office/drawing/2014/main" id="{D962E560-C05C-A7F5-6492-F588A0406C6E}"/>
              </a:ext>
            </a:extLst>
          </p:cNvPr>
          <p:cNvSpPr txBox="1"/>
          <p:nvPr/>
        </p:nvSpPr>
        <p:spPr>
          <a:xfrm>
            <a:off x="10878617" y="2867368"/>
            <a:ext cx="1247709" cy="373224"/>
          </a:xfrm>
          <a:prstGeom prst="rect">
            <a:avLst/>
          </a:prstGeom>
          <a:noFill/>
        </p:spPr>
        <p:txBody>
          <a:bodyPr wrap="square" rtlCol="0">
            <a:spAutoFit/>
          </a:bodyPr>
          <a:lstStyle/>
          <a:p>
            <a:r>
              <a:rPr lang="en-US" dirty="0"/>
              <a:t>After</a:t>
            </a:r>
            <a:endParaRPr lang="en-IN" dirty="0"/>
          </a:p>
        </p:txBody>
      </p:sp>
    </p:spTree>
    <p:extLst>
      <p:ext uri="{BB962C8B-B14F-4D97-AF65-F5344CB8AC3E}">
        <p14:creationId xmlns:p14="http://schemas.microsoft.com/office/powerpoint/2010/main" val="2934729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058EF-A727-E2FF-6718-98AEDA6FF106}"/>
              </a:ext>
            </a:extLst>
          </p:cNvPr>
          <p:cNvSpPr>
            <a:spLocks noGrp="1"/>
          </p:cNvSpPr>
          <p:nvPr>
            <p:ph type="title"/>
          </p:nvPr>
        </p:nvSpPr>
        <p:spPr>
          <a:xfrm>
            <a:off x="678882" y="473038"/>
            <a:ext cx="10834234" cy="612775"/>
          </a:xfrm>
        </p:spPr>
        <p:txBody>
          <a:bodyPr>
            <a:normAutofit/>
          </a:bodyPr>
          <a:lstStyle/>
          <a:p>
            <a:r>
              <a:rPr lang="en-IN" sz="4400" dirty="0">
                <a:latin typeface="Bookman Old Style" panose="02050604050505020204" pitchFamily="18" charset="0"/>
              </a:rPr>
              <a:t>Feature Engineering</a:t>
            </a:r>
            <a:endParaRPr lang="en-US" sz="4400" dirty="0">
              <a:latin typeface="Bookman Old Style" panose="02050604050505020204" pitchFamily="18" charset="0"/>
            </a:endParaRPr>
          </a:p>
        </p:txBody>
      </p:sp>
      <p:sp>
        <p:nvSpPr>
          <p:cNvPr id="4" name="Rectangle 1">
            <a:extLst>
              <a:ext uri="{FF2B5EF4-FFF2-40B4-BE49-F238E27FC236}">
                <a16:creationId xmlns:a16="http://schemas.microsoft.com/office/drawing/2014/main" id="{A9DD5DEB-6EFA-8508-D817-03DEB6B21994}"/>
              </a:ext>
            </a:extLst>
          </p:cNvPr>
          <p:cNvSpPr>
            <a:spLocks noGrp="1" noChangeArrowheads="1"/>
          </p:cNvSpPr>
          <p:nvPr>
            <p:ph idx="1"/>
          </p:nvPr>
        </p:nvSpPr>
        <p:spPr bwMode="auto">
          <a:xfrm>
            <a:off x="593797" y="1606208"/>
            <a:ext cx="11133365" cy="3402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1800" dirty="0">
                <a:latin typeface="Bookman Old Style" panose="02050604050505020204" pitchFamily="18" charset="0"/>
              </a:rPr>
              <a:t>Machine learning algorithms work with numerical data. We need to convert categorical variables into numerical format using techniques like one-hot encoding (dummy variables).</a:t>
            </a:r>
            <a:endParaRPr lang="en-US" sz="2400" dirty="0">
              <a:latin typeface="Bookman Old Style" panose="02050604050505020204" pitchFamily="18" charset="0"/>
            </a:endParaRPr>
          </a:p>
          <a:p>
            <a:pPr algn="just"/>
            <a:r>
              <a:rPr lang="en-US" sz="2000" dirty="0">
                <a:latin typeface="Bookman Old Style" panose="02050604050505020204" pitchFamily="18" charset="0"/>
              </a:rPr>
              <a:t> </a:t>
            </a:r>
            <a:r>
              <a:rPr lang="en-US" sz="1800" dirty="0">
                <a:latin typeface="Bookman Old Style" panose="02050604050505020204" pitchFamily="18" charset="0"/>
              </a:rPr>
              <a:t>According to Transaction Type vs Fraud Frequency visualization. we get to know that the fraud is happen only in TRANSFER and CASH_OUT type transaction.</a:t>
            </a:r>
          </a:p>
          <a:p>
            <a:pPr algn="just"/>
            <a:r>
              <a:rPr lang="en-US" sz="1800" dirty="0">
                <a:latin typeface="Bookman Old Style" panose="02050604050505020204" pitchFamily="18" charset="0"/>
              </a:rPr>
              <a:t>since fraud transaction happens only in these two types of transaction, </a:t>
            </a:r>
            <a:r>
              <a:rPr lang="en-US" sz="1800" dirty="0" err="1">
                <a:latin typeface="Bookman Old Style" panose="02050604050505020204" pitchFamily="18" charset="0"/>
              </a:rPr>
              <a:t>i</a:t>
            </a:r>
            <a:r>
              <a:rPr lang="en-US" sz="1800" dirty="0">
                <a:latin typeface="Bookman Old Style" panose="02050604050505020204" pitchFamily="18" charset="0"/>
              </a:rPr>
              <a:t> will only use that data.</a:t>
            </a:r>
          </a:p>
          <a:p>
            <a:pPr algn="just"/>
            <a:r>
              <a:rPr lang="en-US" sz="1800" dirty="0">
                <a:latin typeface="Bookman Old Style" panose="02050604050505020204" pitchFamily="18" charset="0"/>
              </a:rPr>
              <a:t>since  Machine learning algorithms work with numerical data. We need to convert those two from categorical variables into numerical format.</a:t>
            </a:r>
          </a:p>
          <a:p>
            <a:pPr marL="0" indent="0">
              <a:buNone/>
            </a:pPr>
            <a:br>
              <a:rPr lang="en-US" dirty="0"/>
            </a:br>
            <a:endParaRPr lang="en-US" dirty="0"/>
          </a:p>
        </p:txBody>
      </p:sp>
      <p:sp>
        <p:nvSpPr>
          <p:cNvPr id="3" name="TextBox 2">
            <a:extLst>
              <a:ext uri="{FF2B5EF4-FFF2-40B4-BE49-F238E27FC236}">
                <a16:creationId xmlns:a16="http://schemas.microsoft.com/office/drawing/2014/main" id="{7A249D15-6C7B-C72B-BD06-B75584511590}"/>
              </a:ext>
            </a:extLst>
          </p:cNvPr>
          <p:cNvSpPr txBox="1"/>
          <p:nvPr/>
        </p:nvSpPr>
        <p:spPr>
          <a:xfrm>
            <a:off x="678882" y="4328462"/>
            <a:ext cx="6176865" cy="923330"/>
          </a:xfrm>
          <a:prstGeom prst="rect">
            <a:avLst/>
          </a:prstGeom>
          <a:noFill/>
        </p:spPr>
        <p:txBody>
          <a:bodyPr wrap="square" rtlCol="0">
            <a:spAutoFit/>
          </a:bodyPr>
          <a:lstStyle/>
          <a:p>
            <a:r>
              <a:rPr lang="en-IN" dirty="0"/>
              <a:t>df1['</a:t>
            </a:r>
            <a:r>
              <a:rPr lang="en-IN" dirty="0" err="1"/>
              <a:t>is_cash_out</a:t>
            </a:r>
            <a:r>
              <a:rPr lang="en-IN" dirty="0"/>
              <a:t>'] = (df1['type'] == 'CASH_OUT').</a:t>
            </a:r>
            <a:r>
              <a:rPr lang="en-IN" dirty="0" err="1"/>
              <a:t>astype</a:t>
            </a:r>
            <a:r>
              <a:rPr lang="en-IN" dirty="0"/>
              <a:t>(int)</a:t>
            </a:r>
          </a:p>
          <a:p>
            <a:r>
              <a:rPr lang="en-IN" dirty="0"/>
              <a:t>df1['</a:t>
            </a:r>
            <a:r>
              <a:rPr lang="en-IN" dirty="0" err="1"/>
              <a:t>is_transfer</a:t>
            </a:r>
            <a:r>
              <a:rPr lang="en-IN" dirty="0"/>
              <a:t>'] = (df1['type'] == 'TRANSFER').</a:t>
            </a:r>
            <a:r>
              <a:rPr lang="en-IN" dirty="0" err="1"/>
              <a:t>astype</a:t>
            </a:r>
            <a:r>
              <a:rPr lang="en-IN" dirty="0"/>
              <a:t>(int)</a:t>
            </a:r>
          </a:p>
          <a:p>
            <a:endParaRPr lang="en-IN" dirty="0"/>
          </a:p>
        </p:txBody>
      </p:sp>
      <p:sp>
        <p:nvSpPr>
          <p:cNvPr id="5" name="Right Brace 4">
            <a:extLst>
              <a:ext uri="{FF2B5EF4-FFF2-40B4-BE49-F238E27FC236}">
                <a16:creationId xmlns:a16="http://schemas.microsoft.com/office/drawing/2014/main" id="{79946741-1939-D301-A1F3-A456F979A52F}"/>
              </a:ext>
            </a:extLst>
          </p:cNvPr>
          <p:cNvSpPr/>
          <p:nvPr/>
        </p:nvSpPr>
        <p:spPr>
          <a:xfrm>
            <a:off x="6326155" y="4394718"/>
            <a:ext cx="186612" cy="51318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 name="TextBox 5">
            <a:extLst>
              <a:ext uri="{FF2B5EF4-FFF2-40B4-BE49-F238E27FC236}">
                <a16:creationId xmlns:a16="http://schemas.microsoft.com/office/drawing/2014/main" id="{13D27730-B959-1F01-E6CC-8F843E0E6E82}"/>
              </a:ext>
            </a:extLst>
          </p:cNvPr>
          <p:cNvSpPr txBox="1"/>
          <p:nvPr/>
        </p:nvSpPr>
        <p:spPr>
          <a:xfrm>
            <a:off x="6662309" y="4466644"/>
            <a:ext cx="4935894" cy="369332"/>
          </a:xfrm>
          <a:prstGeom prst="rect">
            <a:avLst/>
          </a:prstGeom>
          <a:noFill/>
        </p:spPr>
        <p:txBody>
          <a:bodyPr wrap="square" rtlCol="0">
            <a:spAutoFit/>
          </a:bodyPr>
          <a:lstStyle/>
          <a:p>
            <a:r>
              <a:rPr lang="en-US" dirty="0"/>
              <a:t>Converting categorical labels into numerical labels</a:t>
            </a:r>
            <a:endParaRPr lang="en-IN" dirty="0"/>
          </a:p>
        </p:txBody>
      </p:sp>
    </p:spTree>
    <p:extLst>
      <p:ext uri="{BB962C8B-B14F-4D97-AF65-F5344CB8AC3E}">
        <p14:creationId xmlns:p14="http://schemas.microsoft.com/office/powerpoint/2010/main" val="1115521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66BBC-EE4E-F8D9-85FE-05048714F0B2}"/>
              </a:ext>
            </a:extLst>
          </p:cNvPr>
          <p:cNvSpPr>
            <a:spLocks noGrp="1"/>
          </p:cNvSpPr>
          <p:nvPr>
            <p:ph type="title"/>
          </p:nvPr>
        </p:nvSpPr>
        <p:spPr>
          <a:xfrm>
            <a:off x="678883" y="370401"/>
            <a:ext cx="10834234" cy="612775"/>
          </a:xfrm>
        </p:spPr>
        <p:txBody>
          <a:bodyPr>
            <a:normAutofit/>
          </a:bodyPr>
          <a:lstStyle/>
          <a:p>
            <a:r>
              <a:rPr lang="en-IN" sz="4400" dirty="0">
                <a:latin typeface="Bookman Old Style" panose="02050604050505020204" pitchFamily="18" charset="0"/>
              </a:rPr>
              <a:t>Model Development</a:t>
            </a:r>
          </a:p>
        </p:txBody>
      </p:sp>
      <p:graphicFrame>
        <p:nvGraphicFramePr>
          <p:cNvPr id="4" name="Content Placeholder 3">
            <a:extLst>
              <a:ext uri="{FF2B5EF4-FFF2-40B4-BE49-F238E27FC236}">
                <a16:creationId xmlns:a16="http://schemas.microsoft.com/office/drawing/2014/main" id="{A0DA014E-E9EA-B5C9-9141-367878DD0A34}"/>
              </a:ext>
            </a:extLst>
          </p:cNvPr>
          <p:cNvGraphicFramePr>
            <a:graphicFrameLocks noGrp="1"/>
          </p:cNvGraphicFramePr>
          <p:nvPr>
            <p:ph idx="1"/>
            <p:extLst>
              <p:ext uri="{D42A27DB-BD31-4B8C-83A1-F6EECF244321}">
                <p14:modId xmlns:p14="http://schemas.microsoft.com/office/powerpoint/2010/main" val="3470004778"/>
              </p:ext>
            </p:extLst>
          </p:nvPr>
        </p:nvGraphicFramePr>
        <p:xfrm>
          <a:off x="678883" y="1311181"/>
          <a:ext cx="10834234" cy="4398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95942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2F501-8E0B-377A-DCE3-80D7EF050B33}"/>
              </a:ext>
            </a:extLst>
          </p:cNvPr>
          <p:cNvSpPr>
            <a:spLocks noGrp="1"/>
          </p:cNvSpPr>
          <p:nvPr>
            <p:ph type="title"/>
          </p:nvPr>
        </p:nvSpPr>
        <p:spPr>
          <a:xfrm>
            <a:off x="598603" y="520403"/>
            <a:ext cx="10834234" cy="1379095"/>
          </a:xfrm>
        </p:spPr>
        <p:txBody>
          <a:bodyPr>
            <a:normAutofit fontScale="90000"/>
          </a:bodyPr>
          <a:lstStyle/>
          <a:p>
            <a:r>
              <a:rPr lang="en-IN" sz="4900" dirty="0">
                <a:latin typeface="+mn-lt"/>
              </a:rPr>
              <a:t>Best-Fit Model Selection</a:t>
            </a:r>
            <a:br>
              <a:rPr lang="en-IN" b="0" dirty="0"/>
            </a:br>
            <a:br>
              <a:rPr lang="en-US" dirty="0"/>
            </a:br>
            <a:br>
              <a:rPr lang="en-US" dirty="0"/>
            </a:br>
            <a:endParaRPr lang="en-US" dirty="0"/>
          </a:p>
        </p:txBody>
      </p:sp>
      <p:sp>
        <p:nvSpPr>
          <p:cNvPr id="4" name="Rectangle 1">
            <a:extLst>
              <a:ext uri="{FF2B5EF4-FFF2-40B4-BE49-F238E27FC236}">
                <a16:creationId xmlns:a16="http://schemas.microsoft.com/office/drawing/2014/main" id="{AA8DBCDD-AFF0-7B7F-1F34-E3B760D73020}"/>
              </a:ext>
            </a:extLst>
          </p:cNvPr>
          <p:cNvSpPr>
            <a:spLocks noGrp="1" noChangeArrowheads="1"/>
          </p:cNvSpPr>
          <p:nvPr>
            <p:ph idx="1"/>
          </p:nvPr>
        </p:nvSpPr>
        <p:spPr bwMode="auto">
          <a:xfrm>
            <a:off x="598603" y="1078881"/>
            <a:ext cx="11260605" cy="1235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t>After training of 5 different models</a:t>
            </a:r>
            <a:r>
              <a:rPr lang="en-US" sz="1200" i="1" dirty="0"/>
              <a:t>(Logistic Regression, Decision Tree, Random Forest, </a:t>
            </a:r>
            <a:r>
              <a:rPr lang="en-US" sz="1200" i="1" dirty="0" err="1"/>
              <a:t>XGBoost</a:t>
            </a:r>
            <a:r>
              <a:rPr lang="en-US" sz="1200" i="1" dirty="0"/>
              <a:t> and K-Nearest Neighbors)</a:t>
            </a:r>
          </a:p>
          <a:p>
            <a:r>
              <a:rPr lang="en-US" sz="2000" dirty="0"/>
              <a:t>Selected top 3 performing model by using performance metric like </a:t>
            </a:r>
            <a:r>
              <a:rPr lang="en-IN" sz="2000" dirty="0" err="1"/>
              <a:t>roc_auc</a:t>
            </a:r>
            <a:r>
              <a:rPr lang="en-IN" sz="2000" dirty="0"/>
              <a:t> and recall.</a:t>
            </a:r>
          </a:p>
          <a:p>
            <a:endParaRPr lang="en-US" sz="2400" dirty="0"/>
          </a:p>
        </p:txBody>
      </p:sp>
      <p:pic>
        <p:nvPicPr>
          <p:cNvPr id="5" name="Picture 4">
            <a:extLst>
              <a:ext uri="{FF2B5EF4-FFF2-40B4-BE49-F238E27FC236}">
                <a16:creationId xmlns:a16="http://schemas.microsoft.com/office/drawing/2014/main" id="{BDBE0D53-3C04-BEA3-D1BC-F64FEA2467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2775" y="2076261"/>
            <a:ext cx="6477904" cy="1352739"/>
          </a:xfrm>
          <a:prstGeom prst="rect">
            <a:avLst/>
          </a:prstGeom>
        </p:spPr>
      </p:pic>
      <p:sp>
        <p:nvSpPr>
          <p:cNvPr id="7" name="TextBox 6">
            <a:extLst>
              <a:ext uri="{FF2B5EF4-FFF2-40B4-BE49-F238E27FC236}">
                <a16:creationId xmlns:a16="http://schemas.microsoft.com/office/drawing/2014/main" id="{DBACBB57-0C17-5A1A-D62B-E805D4DFBBDE}"/>
              </a:ext>
            </a:extLst>
          </p:cNvPr>
          <p:cNvSpPr txBox="1"/>
          <p:nvPr/>
        </p:nvSpPr>
        <p:spPr>
          <a:xfrm>
            <a:off x="598603" y="3504433"/>
            <a:ext cx="9563878" cy="461665"/>
          </a:xfrm>
          <a:prstGeom prst="rect">
            <a:avLst/>
          </a:prstGeom>
          <a:noFill/>
        </p:spPr>
        <p:txBody>
          <a:bodyPr wrap="square" rtlCol="0">
            <a:spAutoFit/>
          </a:bodyPr>
          <a:lstStyle/>
          <a:p>
            <a:r>
              <a:rPr lang="en-US" sz="2400" dirty="0"/>
              <a:t>Selected models :</a:t>
            </a:r>
          </a:p>
        </p:txBody>
      </p:sp>
      <p:graphicFrame>
        <p:nvGraphicFramePr>
          <p:cNvPr id="8" name="Table 7">
            <a:extLst>
              <a:ext uri="{FF2B5EF4-FFF2-40B4-BE49-F238E27FC236}">
                <a16:creationId xmlns:a16="http://schemas.microsoft.com/office/drawing/2014/main" id="{F9541874-B479-50AC-B2CC-4674E874E1CD}"/>
              </a:ext>
            </a:extLst>
          </p:cNvPr>
          <p:cNvGraphicFramePr>
            <a:graphicFrameLocks noGrp="1"/>
          </p:cNvGraphicFramePr>
          <p:nvPr>
            <p:extLst>
              <p:ext uri="{D42A27DB-BD31-4B8C-83A1-F6EECF244321}">
                <p14:modId xmlns:p14="http://schemas.microsoft.com/office/powerpoint/2010/main" val="2310492428"/>
              </p:ext>
            </p:extLst>
          </p:nvPr>
        </p:nvGraphicFramePr>
        <p:xfrm>
          <a:off x="598603" y="3966098"/>
          <a:ext cx="10206248" cy="2011680"/>
        </p:xfrm>
        <a:graphic>
          <a:graphicData uri="http://schemas.openxmlformats.org/drawingml/2006/table">
            <a:tbl>
              <a:tblPr firstRow="1" bandRow="1">
                <a:tableStyleId>{5C22544A-7EE6-4342-B048-85BDC9FD1C3A}</a:tableStyleId>
              </a:tblPr>
              <a:tblGrid>
                <a:gridCol w="2551562">
                  <a:extLst>
                    <a:ext uri="{9D8B030D-6E8A-4147-A177-3AD203B41FA5}">
                      <a16:colId xmlns:a16="http://schemas.microsoft.com/office/drawing/2014/main" val="3028069560"/>
                    </a:ext>
                  </a:extLst>
                </a:gridCol>
                <a:gridCol w="2551562">
                  <a:extLst>
                    <a:ext uri="{9D8B030D-6E8A-4147-A177-3AD203B41FA5}">
                      <a16:colId xmlns:a16="http://schemas.microsoft.com/office/drawing/2014/main" val="1557756264"/>
                    </a:ext>
                  </a:extLst>
                </a:gridCol>
                <a:gridCol w="2551562">
                  <a:extLst>
                    <a:ext uri="{9D8B030D-6E8A-4147-A177-3AD203B41FA5}">
                      <a16:colId xmlns:a16="http://schemas.microsoft.com/office/drawing/2014/main" val="1471588453"/>
                    </a:ext>
                  </a:extLst>
                </a:gridCol>
                <a:gridCol w="2551562">
                  <a:extLst>
                    <a:ext uri="{9D8B030D-6E8A-4147-A177-3AD203B41FA5}">
                      <a16:colId xmlns:a16="http://schemas.microsoft.com/office/drawing/2014/main" val="3047245671"/>
                    </a:ext>
                  </a:extLst>
                </a:gridCol>
              </a:tblGrid>
              <a:tr h="313728">
                <a:tc>
                  <a:txBody>
                    <a:bodyPr/>
                    <a:lstStyle/>
                    <a:p>
                      <a:pPr algn="ctr"/>
                      <a:r>
                        <a:rPr lang="en-US" dirty="0"/>
                        <a:t>Models</a:t>
                      </a:r>
                      <a:endParaRPr lang="en-IN" dirty="0"/>
                    </a:p>
                  </a:txBody>
                  <a:tcPr/>
                </a:tc>
                <a:tc>
                  <a:txBody>
                    <a:bodyPr/>
                    <a:lstStyle/>
                    <a:p>
                      <a:pPr algn="ctr"/>
                      <a:r>
                        <a:rPr lang="en-IN" sz="1800" b="0" i="0" kern="1200" dirty="0">
                          <a:solidFill>
                            <a:schemeClr val="lt1"/>
                          </a:solidFill>
                          <a:effectLst/>
                          <a:latin typeface="+mn-lt"/>
                          <a:ea typeface="+mn-ea"/>
                          <a:cs typeface="+mn-cs"/>
                        </a:rPr>
                        <a:t>Training Accuracy </a:t>
                      </a:r>
                      <a:endParaRPr lang="en-IN" dirty="0"/>
                    </a:p>
                  </a:txBody>
                  <a:tcPr/>
                </a:tc>
                <a:tc>
                  <a:txBody>
                    <a:bodyPr/>
                    <a:lstStyle/>
                    <a:p>
                      <a:pPr algn="ctr"/>
                      <a:r>
                        <a:rPr lang="en-IN" sz="1800" b="0" i="0" kern="1200" dirty="0">
                          <a:solidFill>
                            <a:schemeClr val="lt1"/>
                          </a:solidFill>
                          <a:effectLst/>
                          <a:latin typeface="+mn-lt"/>
                          <a:ea typeface="+mn-ea"/>
                          <a:cs typeface="+mn-cs"/>
                        </a:rPr>
                        <a:t>Test Accuracy</a:t>
                      </a:r>
                      <a:endParaRPr lang="en-IN" dirty="0"/>
                    </a:p>
                  </a:txBody>
                  <a:tcPr/>
                </a:tc>
                <a:tc>
                  <a:txBody>
                    <a:bodyPr/>
                    <a:lstStyle/>
                    <a:p>
                      <a:pPr algn="ctr"/>
                      <a:r>
                        <a:rPr lang="en-IN" sz="1800" b="0" i="0" kern="1200" dirty="0">
                          <a:solidFill>
                            <a:schemeClr val="lt1"/>
                          </a:solidFill>
                          <a:effectLst/>
                          <a:latin typeface="+mn-lt"/>
                          <a:ea typeface="+mn-ea"/>
                          <a:cs typeface="+mn-cs"/>
                        </a:rPr>
                        <a:t>Recall</a:t>
                      </a:r>
                      <a:endParaRPr lang="en-IN" dirty="0"/>
                    </a:p>
                  </a:txBody>
                  <a:tcPr/>
                </a:tc>
                <a:extLst>
                  <a:ext uri="{0D108BD9-81ED-4DB2-BD59-A6C34878D82A}">
                    <a16:rowId xmlns:a16="http://schemas.microsoft.com/office/drawing/2014/main" val="283497716"/>
                  </a:ext>
                </a:extLst>
              </a:tr>
              <a:tr h="138784">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err="1"/>
                        <a:t>RandomForestClassifier</a:t>
                      </a:r>
                      <a:endParaRPr lang="en-US" sz="1800" dirty="0"/>
                    </a:p>
                    <a:p>
                      <a:endParaRPr lang="en-IN" dirty="0"/>
                    </a:p>
                  </a:txBody>
                  <a:tcPr/>
                </a:tc>
                <a:tc>
                  <a:txBody>
                    <a:bodyPr/>
                    <a:lstStyle/>
                    <a:p>
                      <a:r>
                        <a:rPr lang="en-US" dirty="0"/>
                        <a:t>1.000000</a:t>
                      </a:r>
                      <a:endParaRPr lang="en-IN" dirty="0"/>
                    </a:p>
                  </a:txBody>
                  <a:tcPr/>
                </a:tc>
                <a:tc>
                  <a:txBody>
                    <a:bodyPr/>
                    <a:lstStyle/>
                    <a:p>
                      <a:r>
                        <a:rPr lang="en-US" dirty="0"/>
                        <a:t>0.987500</a:t>
                      </a:r>
                      <a:endParaRPr lang="en-IN" dirty="0"/>
                    </a:p>
                  </a:txBody>
                  <a:tcPr/>
                </a:tc>
                <a:tc>
                  <a:txBody>
                    <a:bodyPr/>
                    <a:lstStyle/>
                    <a:p>
                      <a:r>
                        <a:rPr lang="en-US" dirty="0"/>
                        <a:t>0.975000</a:t>
                      </a:r>
                      <a:endParaRPr lang="en-IN" dirty="0"/>
                    </a:p>
                  </a:txBody>
                  <a:tcPr/>
                </a:tc>
                <a:extLst>
                  <a:ext uri="{0D108BD9-81ED-4DB2-BD59-A6C34878D82A}">
                    <a16:rowId xmlns:a16="http://schemas.microsoft.com/office/drawing/2014/main" val="1243892906"/>
                  </a:ext>
                </a:extLst>
              </a:tr>
              <a:tr h="1193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t>DecisionTreeClassifier</a:t>
                      </a:r>
                      <a:endParaRPr lang="en-US" sz="1800" dirty="0"/>
                    </a:p>
                    <a:p>
                      <a:endParaRPr lang="en-IN" dirty="0"/>
                    </a:p>
                  </a:txBody>
                  <a:tcPr/>
                </a:tc>
                <a:tc>
                  <a:txBody>
                    <a:bodyPr/>
                    <a:lstStyle/>
                    <a:p>
                      <a:pPr indent="-457200"/>
                      <a:r>
                        <a:rPr lang="en-US" dirty="0"/>
                        <a:t>1.000000</a:t>
                      </a:r>
                      <a:endParaRPr lang="en-IN" dirty="0"/>
                    </a:p>
                  </a:txBody>
                  <a:tcPr/>
                </a:tc>
                <a:tc>
                  <a:txBody>
                    <a:bodyPr/>
                    <a:lstStyle/>
                    <a:p>
                      <a:r>
                        <a:rPr lang="en-US" dirty="0"/>
                        <a:t>0.984788</a:t>
                      </a:r>
                      <a:endParaRPr lang="en-IN" dirty="0"/>
                    </a:p>
                  </a:txBody>
                  <a:tcPr/>
                </a:tc>
                <a:tc>
                  <a:txBody>
                    <a:bodyPr/>
                    <a:lstStyle/>
                    <a:p>
                      <a:r>
                        <a:rPr lang="en-US" dirty="0"/>
                        <a:t>0.981250</a:t>
                      </a:r>
                      <a:endParaRPr lang="en-IN" dirty="0"/>
                    </a:p>
                  </a:txBody>
                  <a:tcPr/>
                </a:tc>
                <a:extLst>
                  <a:ext uri="{0D108BD9-81ED-4DB2-BD59-A6C34878D82A}">
                    <a16:rowId xmlns:a16="http://schemas.microsoft.com/office/drawing/2014/main" val="1658964125"/>
                  </a:ext>
                </a:extLst>
              </a:tr>
              <a:tr h="326618">
                <a:tc>
                  <a:txBody>
                    <a:bodyPr/>
                    <a:lstStyle/>
                    <a:p>
                      <a:r>
                        <a:rPr lang="en-US" sz="1800" dirty="0" err="1"/>
                        <a:t>XGBClassifier</a:t>
                      </a:r>
                      <a:endParaRPr lang="en-IN" dirty="0"/>
                    </a:p>
                  </a:txBody>
                  <a:tcPr/>
                </a:tc>
                <a:tc>
                  <a:txBody>
                    <a:bodyPr/>
                    <a:lstStyle/>
                    <a:p>
                      <a:r>
                        <a:rPr lang="en-US" dirty="0"/>
                        <a:t>1.000000</a:t>
                      </a:r>
                      <a:endParaRPr lang="en-IN" dirty="0"/>
                    </a:p>
                  </a:txBody>
                  <a:tcPr/>
                </a:tc>
                <a:tc>
                  <a:txBody>
                    <a:bodyPr/>
                    <a:lstStyle/>
                    <a:p>
                      <a:r>
                        <a:rPr lang="en-US" dirty="0"/>
                        <a:t>0.990242</a:t>
                      </a:r>
                      <a:endParaRPr lang="en-IN" dirty="0"/>
                    </a:p>
                  </a:txBody>
                  <a:tcPr/>
                </a:tc>
                <a:tc>
                  <a:txBody>
                    <a:bodyPr/>
                    <a:lstStyle/>
                    <a:p>
                      <a:r>
                        <a:rPr lang="en-US" dirty="0"/>
                        <a:t>0.984375</a:t>
                      </a:r>
                      <a:endParaRPr lang="en-IN" dirty="0"/>
                    </a:p>
                  </a:txBody>
                  <a:tcPr/>
                </a:tc>
                <a:extLst>
                  <a:ext uri="{0D108BD9-81ED-4DB2-BD59-A6C34878D82A}">
                    <a16:rowId xmlns:a16="http://schemas.microsoft.com/office/drawing/2014/main" val="1547243630"/>
                  </a:ext>
                </a:extLst>
              </a:tr>
            </a:tbl>
          </a:graphicData>
        </a:graphic>
      </p:graphicFrame>
    </p:spTree>
    <p:extLst>
      <p:ext uri="{BB962C8B-B14F-4D97-AF65-F5344CB8AC3E}">
        <p14:creationId xmlns:p14="http://schemas.microsoft.com/office/powerpoint/2010/main" val="3484945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57958-C7B0-A5DC-A111-0078D84D49EE}"/>
              </a:ext>
            </a:extLst>
          </p:cNvPr>
          <p:cNvSpPr>
            <a:spLocks noGrp="1"/>
          </p:cNvSpPr>
          <p:nvPr>
            <p:ph type="title"/>
          </p:nvPr>
        </p:nvSpPr>
        <p:spPr>
          <a:xfrm>
            <a:off x="678883" y="202449"/>
            <a:ext cx="10834234" cy="612775"/>
          </a:xfrm>
        </p:spPr>
        <p:txBody>
          <a:bodyPr>
            <a:normAutofit/>
          </a:bodyPr>
          <a:lstStyle/>
          <a:p>
            <a:r>
              <a:rPr lang="en-IN" sz="4400" dirty="0"/>
              <a:t>Model Evaluation: Performance Metrics</a:t>
            </a:r>
            <a:endParaRPr lang="en-IN" sz="4400" b="0" dirty="0"/>
          </a:p>
        </p:txBody>
      </p:sp>
      <p:sp>
        <p:nvSpPr>
          <p:cNvPr id="4" name="Rectangle 1">
            <a:extLst>
              <a:ext uri="{FF2B5EF4-FFF2-40B4-BE49-F238E27FC236}">
                <a16:creationId xmlns:a16="http://schemas.microsoft.com/office/drawing/2014/main" id="{1596F8BA-578E-2DBB-B2F2-68BF46D10ECF}"/>
              </a:ext>
            </a:extLst>
          </p:cNvPr>
          <p:cNvSpPr>
            <a:spLocks noGrp="1" noChangeArrowheads="1"/>
          </p:cNvSpPr>
          <p:nvPr>
            <p:ph idx="1"/>
          </p:nvPr>
        </p:nvSpPr>
        <p:spPr bwMode="auto">
          <a:xfrm>
            <a:off x="678883" y="1231380"/>
            <a:ext cx="57592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t>Evaluation of models by using confusion matrix</a:t>
            </a:r>
          </a:p>
        </p:txBody>
      </p:sp>
      <p:pic>
        <p:nvPicPr>
          <p:cNvPr id="5" name="Picture 4">
            <a:extLst>
              <a:ext uri="{FF2B5EF4-FFF2-40B4-BE49-F238E27FC236}">
                <a16:creationId xmlns:a16="http://schemas.microsoft.com/office/drawing/2014/main" id="{CE56259E-AE95-1465-49A1-0B1DF1FB6B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1757" y="2016868"/>
            <a:ext cx="2403275" cy="2123621"/>
          </a:xfrm>
          <a:prstGeom prst="rect">
            <a:avLst/>
          </a:prstGeom>
        </p:spPr>
      </p:pic>
      <p:pic>
        <p:nvPicPr>
          <p:cNvPr id="7" name="Picture 6">
            <a:extLst>
              <a:ext uri="{FF2B5EF4-FFF2-40B4-BE49-F238E27FC236}">
                <a16:creationId xmlns:a16="http://schemas.microsoft.com/office/drawing/2014/main" id="{C96DCAC2-8D71-33C1-A446-94BA7E2D3E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0429" y="2016868"/>
            <a:ext cx="2511142" cy="2123621"/>
          </a:xfrm>
          <a:prstGeom prst="rect">
            <a:avLst/>
          </a:prstGeom>
        </p:spPr>
      </p:pic>
      <p:pic>
        <p:nvPicPr>
          <p:cNvPr id="9" name="Picture 8">
            <a:extLst>
              <a:ext uri="{FF2B5EF4-FFF2-40B4-BE49-F238E27FC236}">
                <a16:creationId xmlns:a16="http://schemas.microsoft.com/office/drawing/2014/main" id="{48077606-36E5-47E8-0091-6611A0B26C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13783" y="2016867"/>
            <a:ext cx="2478431" cy="2123621"/>
          </a:xfrm>
          <a:prstGeom prst="rect">
            <a:avLst/>
          </a:prstGeom>
        </p:spPr>
      </p:pic>
      <p:sp>
        <p:nvSpPr>
          <p:cNvPr id="15" name="TextBox 14">
            <a:extLst>
              <a:ext uri="{FF2B5EF4-FFF2-40B4-BE49-F238E27FC236}">
                <a16:creationId xmlns:a16="http://schemas.microsoft.com/office/drawing/2014/main" id="{F70DEA2F-FA56-3A60-B2DA-6627E2091D11}"/>
              </a:ext>
            </a:extLst>
          </p:cNvPr>
          <p:cNvSpPr txBox="1"/>
          <p:nvPr/>
        </p:nvSpPr>
        <p:spPr>
          <a:xfrm>
            <a:off x="1007705" y="4254759"/>
            <a:ext cx="2403275" cy="369332"/>
          </a:xfrm>
          <a:prstGeom prst="rect">
            <a:avLst/>
          </a:prstGeom>
          <a:noFill/>
        </p:spPr>
        <p:txBody>
          <a:bodyPr wrap="square" rtlCol="0">
            <a:spAutoFit/>
          </a:bodyPr>
          <a:lstStyle/>
          <a:p>
            <a:pPr algn="ctr"/>
            <a:r>
              <a:rPr lang="en-US" dirty="0" err="1"/>
              <a:t>RandomForestClassifier</a:t>
            </a:r>
            <a:endParaRPr lang="en-IN" dirty="0"/>
          </a:p>
        </p:txBody>
      </p:sp>
      <p:sp>
        <p:nvSpPr>
          <p:cNvPr id="16" name="TextBox 15">
            <a:extLst>
              <a:ext uri="{FF2B5EF4-FFF2-40B4-BE49-F238E27FC236}">
                <a16:creationId xmlns:a16="http://schemas.microsoft.com/office/drawing/2014/main" id="{3AE47A33-33E5-AAFB-1BD6-1965DF1E484F}"/>
              </a:ext>
            </a:extLst>
          </p:cNvPr>
          <p:cNvSpPr txBox="1"/>
          <p:nvPr/>
        </p:nvSpPr>
        <p:spPr>
          <a:xfrm>
            <a:off x="8630265" y="4254759"/>
            <a:ext cx="2403275" cy="369332"/>
          </a:xfrm>
          <a:prstGeom prst="rect">
            <a:avLst/>
          </a:prstGeom>
          <a:noFill/>
        </p:spPr>
        <p:txBody>
          <a:bodyPr wrap="square" rtlCol="0">
            <a:spAutoFit/>
          </a:bodyPr>
          <a:lstStyle/>
          <a:p>
            <a:pPr algn="ctr"/>
            <a:r>
              <a:rPr lang="en-US" dirty="0" err="1"/>
              <a:t>XGBClassifice</a:t>
            </a:r>
            <a:endParaRPr lang="en-IN" dirty="0"/>
          </a:p>
        </p:txBody>
      </p:sp>
      <p:sp>
        <p:nvSpPr>
          <p:cNvPr id="17" name="TextBox 16">
            <a:extLst>
              <a:ext uri="{FF2B5EF4-FFF2-40B4-BE49-F238E27FC236}">
                <a16:creationId xmlns:a16="http://schemas.microsoft.com/office/drawing/2014/main" id="{F0F1ADAA-D16F-47F5-DC51-5410C8B061E6}"/>
              </a:ext>
            </a:extLst>
          </p:cNvPr>
          <p:cNvSpPr txBox="1"/>
          <p:nvPr/>
        </p:nvSpPr>
        <p:spPr>
          <a:xfrm>
            <a:off x="4894362" y="4254759"/>
            <a:ext cx="2403275" cy="369332"/>
          </a:xfrm>
          <a:prstGeom prst="rect">
            <a:avLst/>
          </a:prstGeom>
          <a:noFill/>
        </p:spPr>
        <p:txBody>
          <a:bodyPr wrap="square" rtlCol="0">
            <a:spAutoFit/>
          </a:bodyPr>
          <a:lstStyle/>
          <a:p>
            <a:pPr algn="ctr"/>
            <a:r>
              <a:rPr lang="en-US" dirty="0" err="1"/>
              <a:t>DecisionTreeClassifier</a:t>
            </a:r>
            <a:endParaRPr lang="en-IN" dirty="0"/>
          </a:p>
        </p:txBody>
      </p:sp>
      <p:sp>
        <p:nvSpPr>
          <p:cNvPr id="18" name="TextBox 17">
            <a:extLst>
              <a:ext uri="{FF2B5EF4-FFF2-40B4-BE49-F238E27FC236}">
                <a16:creationId xmlns:a16="http://schemas.microsoft.com/office/drawing/2014/main" id="{64A36246-0B04-19ED-3DB6-9F3C0C4F31A3}"/>
              </a:ext>
            </a:extLst>
          </p:cNvPr>
          <p:cNvSpPr txBox="1"/>
          <p:nvPr/>
        </p:nvSpPr>
        <p:spPr>
          <a:xfrm>
            <a:off x="931757" y="4738361"/>
            <a:ext cx="10581360" cy="1015663"/>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t>Based on the confusion matrix, the random forest model performs best as it achieves zero false negatives.</a:t>
            </a:r>
          </a:p>
          <a:p>
            <a:pPr marL="342900" indent="-342900" algn="just">
              <a:buFont typeface="Arial" panose="020B0604020202020204" pitchFamily="34" charset="0"/>
              <a:buChar char="•"/>
            </a:pPr>
            <a:r>
              <a:rPr lang="en-US" sz="2000" dirty="0"/>
              <a:t>Ensuring no fraud transaction pass through undetected.</a:t>
            </a:r>
            <a:endParaRPr lang="en-IN" sz="2000" dirty="0"/>
          </a:p>
        </p:txBody>
      </p:sp>
    </p:spTree>
    <p:extLst>
      <p:ext uri="{BB962C8B-B14F-4D97-AF65-F5344CB8AC3E}">
        <p14:creationId xmlns:p14="http://schemas.microsoft.com/office/powerpoint/2010/main" val="564183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8CAC1-2B89-3BB1-C68D-0B6B0A0CEC7F}"/>
              </a:ext>
            </a:extLst>
          </p:cNvPr>
          <p:cNvSpPr>
            <a:spLocks noGrp="1"/>
          </p:cNvSpPr>
          <p:nvPr>
            <p:ph type="title"/>
          </p:nvPr>
        </p:nvSpPr>
        <p:spPr/>
        <p:txBody>
          <a:bodyPr>
            <a:normAutofit/>
          </a:bodyPr>
          <a:lstStyle/>
          <a:p>
            <a:r>
              <a:rPr lang="en-US" sz="4400" dirty="0"/>
              <a:t>Financial impact</a:t>
            </a:r>
          </a:p>
        </p:txBody>
      </p:sp>
      <p:sp>
        <p:nvSpPr>
          <p:cNvPr id="4" name="TextBox 3">
            <a:extLst>
              <a:ext uri="{FF2B5EF4-FFF2-40B4-BE49-F238E27FC236}">
                <a16:creationId xmlns:a16="http://schemas.microsoft.com/office/drawing/2014/main" id="{9FFFF45D-C3AD-1C44-497D-5D281197A108}"/>
              </a:ext>
            </a:extLst>
          </p:cNvPr>
          <p:cNvSpPr txBox="1"/>
          <p:nvPr/>
        </p:nvSpPr>
        <p:spPr>
          <a:xfrm>
            <a:off x="718457" y="1763486"/>
            <a:ext cx="9806474" cy="1477328"/>
          </a:xfrm>
          <a:prstGeom prst="rect">
            <a:avLst/>
          </a:prstGeom>
          <a:noFill/>
        </p:spPr>
        <p:txBody>
          <a:bodyPr wrap="square" rtlCol="0">
            <a:spAutoFit/>
          </a:bodyPr>
          <a:lstStyle/>
          <a:p>
            <a:pPr marL="285750" indent="-285750">
              <a:buFont typeface="Arial" panose="020B0604020202020204" pitchFamily="34" charset="0"/>
              <a:buChar char="•"/>
            </a:pPr>
            <a:r>
              <a:rPr lang="en-US" dirty="0"/>
              <a:t>True Positive : The model predict it is positive, actual it is positive</a:t>
            </a:r>
          </a:p>
          <a:p>
            <a:pPr marL="285750" indent="-285750">
              <a:buFont typeface="Arial" panose="020B0604020202020204" pitchFamily="34" charset="0"/>
              <a:buChar char="•"/>
            </a:pPr>
            <a:r>
              <a:rPr lang="en-US" dirty="0"/>
              <a:t>True Negative : The model predict it is negative, actual it is negative </a:t>
            </a:r>
          </a:p>
          <a:p>
            <a:pPr marL="285750" indent="-285750">
              <a:buFont typeface="Arial" panose="020B0604020202020204" pitchFamily="34" charset="0"/>
              <a:buChar char="•"/>
            </a:pPr>
            <a:r>
              <a:rPr lang="en-US" dirty="0"/>
              <a:t>False Positive : The model predict it is positive, actual it is negative </a:t>
            </a:r>
          </a:p>
          <a:p>
            <a:pPr marL="285750" indent="-285750">
              <a:buFont typeface="Arial" panose="020B0604020202020204" pitchFamily="34" charset="0"/>
              <a:buChar char="•"/>
            </a:pPr>
            <a:r>
              <a:rPr lang="en-US" dirty="0"/>
              <a:t>False Negative : The model predict it is negative, actual it is positive</a:t>
            </a:r>
            <a:endParaRPr lang="en-IN" dirty="0"/>
          </a:p>
          <a:p>
            <a:endParaRPr lang="en-IN" dirty="0"/>
          </a:p>
        </p:txBody>
      </p:sp>
      <p:sp>
        <p:nvSpPr>
          <p:cNvPr id="6" name="TextBox 5">
            <a:extLst>
              <a:ext uri="{FF2B5EF4-FFF2-40B4-BE49-F238E27FC236}">
                <a16:creationId xmlns:a16="http://schemas.microsoft.com/office/drawing/2014/main" id="{FE70A9EB-A2FF-65F7-B8D2-1271032E7ED5}"/>
              </a:ext>
            </a:extLst>
          </p:cNvPr>
          <p:cNvSpPr txBox="1"/>
          <p:nvPr/>
        </p:nvSpPr>
        <p:spPr>
          <a:xfrm>
            <a:off x="830424" y="3418527"/>
            <a:ext cx="7221894" cy="1077218"/>
          </a:xfrm>
          <a:prstGeom prst="rect">
            <a:avLst/>
          </a:prstGeom>
          <a:noFill/>
        </p:spPr>
        <p:txBody>
          <a:bodyPr wrap="square" rtlCol="0">
            <a:spAutoFit/>
          </a:bodyPr>
          <a:lstStyle/>
          <a:p>
            <a:r>
              <a:rPr lang="en-US" sz="2400" dirty="0"/>
              <a:t>Assume:</a:t>
            </a:r>
          </a:p>
          <a:p>
            <a:pPr marL="342900" indent="-342900">
              <a:buFont typeface="Arial" panose="020B0604020202020204" pitchFamily="34" charset="0"/>
              <a:buChar char="•"/>
            </a:pPr>
            <a:r>
              <a:rPr lang="en-US" sz="2000" dirty="0"/>
              <a:t>Avg fraud loss per FN = </a:t>
            </a:r>
            <a:r>
              <a:rPr lang="en-IN" sz="2000" dirty="0"/>
              <a:t>₹ </a:t>
            </a:r>
            <a:r>
              <a:rPr lang="en-US" sz="2000" dirty="0"/>
              <a:t>20000</a:t>
            </a:r>
          </a:p>
          <a:p>
            <a:pPr marL="342900" indent="-342900">
              <a:buFont typeface="Arial" panose="020B0604020202020204" pitchFamily="34" charset="0"/>
              <a:buChar char="•"/>
            </a:pPr>
            <a:r>
              <a:rPr lang="en-US" sz="2000" dirty="0"/>
              <a:t>Avg FP operational cost = </a:t>
            </a:r>
            <a:r>
              <a:rPr lang="en-IN" sz="2000" dirty="0"/>
              <a:t>₹ </a:t>
            </a:r>
            <a:r>
              <a:rPr lang="en-US" sz="2000" dirty="0"/>
              <a:t>200</a:t>
            </a:r>
          </a:p>
        </p:txBody>
      </p:sp>
      <p:sp>
        <p:nvSpPr>
          <p:cNvPr id="7" name="TextBox 6">
            <a:extLst>
              <a:ext uri="{FF2B5EF4-FFF2-40B4-BE49-F238E27FC236}">
                <a16:creationId xmlns:a16="http://schemas.microsoft.com/office/drawing/2014/main" id="{94D523B1-26A4-9ADA-E13C-3CEE47B59BF6}"/>
              </a:ext>
            </a:extLst>
          </p:cNvPr>
          <p:cNvSpPr txBox="1"/>
          <p:nvPr/>
        </p:nvSpPr>
        <p:spPr>
          <a:xfrm>
            <a:off x="849086" y="4730620"/>
            <a:ext cx="10834234" cy="707886"/>
          </a:xfrm>
          <a:prstGeom prst="rect">
            <a:avLst/>
          </a:prstGeom>
          <a:noFill/>
        </p:spPr>
        <p:txBody>
          <a:bodyPr wrap="square" rtlCol="0">
            <a:spAutoFit/>
          </a:bodyPr>
          <a:lstStyle/>
          <a:p>
            <a:pPr marL="342900" indent="-342900">
              <a:buFont typeface="Arial" panose="020B0604020202020204" pitchFamily="34" charset="0"/>
              <a:buChar char="•"/>
            </a:pPr>
            <a:r>
              <a:rPr lang="en-US" sz="2000" dirty="0"/>
              <a:t>In fraud detection, False Positives are less costly than False Negative, as False Negative result in direct financial loss.</a:t>
            </a:r>
            <a:endParaRPr lang="en-IN" sz="2000" dirty="0"/>
          </a:p>
        </p:txBody>
      </p:sp>
    </p:spTree>
    <p:extLst>
      <p:ext uri="{BB962C8B-B14F-4D97-AF65-F5344CB8AC3E}">
        <p14:creationId xmlns:p14="http://schemas.microsoft.com/office/powerpoint/2010/main" val="2071019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D81B5-2D33-DC5C-493F-835C3D6E4E3E}"/>
              </a:ext>
            </a:extLst>
          </p:cNvPr>
          <p:cNvSpPr>
            <a:spLocks noGrp="1"/>
          </p:cNvSpPr>
          <p:nvPr>
            <p:ph type="title"/>
          </p:nvPr>
        </p:nvSpPr>
        <p:spPr>
          <a:xfrm>
            <a:off x="678883" y="385164"/>
            <a:ext cx="10834234" cy="612775"/>
          </a:xfrm>
        </p:spPr>
        <p:txBody>
          <a:bodyPr>
            <a:normAutofit fontScale="90000"/>
          </a:bodyPr>
          <a:lstStyle/>
          <a:p>
            <a:r>
              <a:rPr lang="en-IN" sz="4800" dirty="0">
                <a:latin typeface="+mn-lt"/>
              </a:rPr>
              <a:t>Key Insights &amp; Findings</a:t>
            </a:r>
            <a:endParaRPr lang="en-US" sz="4800" dirty="0">
              <a:latin typeface="+mn-lt"/>
            </a:endParaRPr>
          </a:p>
        </p:txBody>
      </p:sp>
      <p:sp>
        <p:nvSpPr>
          <p:cNvPr id="4" name="Content Placeholder 3">
            <a:extLst>
              <a:ext uri="{FF2B5EF4-FFF2-40B4-BE49-F238E27FC236}">
                <a16:creationId xmlns:a16="http://schemas.microsoft.com/office/drawing/2014/main" id="{9D2403B4-EB42-516A-6347-8D5EAFB1C18D}"/>
              </a:ext>
            </a:extLst>
          </p:cNvPr>
          <p:cNvSpPr>
            <a:spLocks noGrp="1"/>
          </p:cNvSpPr>
          <p:nvPr>
            <p:ph idx="1"/>
          </p:nvPr>
        </p:nvSpPr>
        <p:spPr>
          <a:xfrm>
            <a:off x="678883" y="1229967"/>
            <a:ext cx="10834234" cy="4398066"/>
          </a:xfrm>
        </p:spPr>
        <p:txBody>
          <a:bodyPr/>
          <a:lstStyle/>
          <a:p>
            <a:r>
              <a:rPr lang="en-US" sz="2000" dirty="0"/>
              <a:t>Fraud accounts for a small percentage of transactions</a:t>
            </a:r>
          </a:p>
          <a:p>
            <a:r>
              <a:rPr lang="en-US" sz="2000" dirty="0"/>
              <a:t>High-value and unusual behavior transactions are high risk</a:t>
            </a:r>
          </a:p>
          <a:p>
            <a:r>
              <a:rPr lang="en-US" sz="2000" dirty="0"/>
              <a:t>ML model detects fraud in near real-time</a:t>
            </a:r>
          </a:p>
          <a:p>
            <a:r>
              <a:rPr lang="en-US" sz="2000" dirty="0"/>
              <a:t>Significant reduction in potential financial loss</a:t>
            </a:r>
          </a:p>
          <a:p>
            <a:endParaRPr lang="en-US" dirty="0"/>
          </a:p>
        </p:txBody>
      </p:sp>
    </p:spTree>
    <p:extLst>
      <p:ext uri="{BB962C8B-B14F-4D97-AF65-F5344CB8AC3E}">
        <p14:creationId xmlns:p14="http://schemas.microsoft.com/office/powerpoint/2010/main" val="3593741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65F87-F633-77C7-45E9-19C47C869725}"/>
              </a:ext>
            </a:extLst>
          </p:cNvPr>
          <p:cNvSpPr>
            <a:spLocks noGrp="1"/>
          </p:cNvSpPr>
          <p:nvPr>
            <p:ph type="title"/>
          </p:nvPr>
        </p:nvSpPr>
        <p:spPr>
          <a:xfrm>
            <a:off x="678884" y="478471"/>
            <a:ext cx="10834234" cy="612775"/>
          </a:xfrm>
        </p:spPr>
        <p:txBody>
          <a:bodyPr>
            <a:normAutofit/>
          </a:bodyPr>
          <a:lstStyle/>
          <a:p>
            <a:r>
              <a:rPr lang="en-US" sz="4400" dirty="0"/>
              <a:t>Limitations</a:t>
            </a:r>
            <a:endParaRPr lang="en-IN" sz="4400" dirty="0"/>
          </a:p>
        </p:txBody>
      </p:sp>
      <p:sp>
        <p:nvSpPr>
          <p:cNvPr id="3" name="Content Placeholder 2">
            <a:extLst>
              <a:ext uri="{FF2B5EF4-FFF2-40B4-BE49-F238E27FC236}">
                <a16:creationId xmlns:a16="http://schemas.microsoft.com/office/drawing/2014/main" id="{3118632A-ADA2-1304-94B8-5DA88D05CDE6}"/>
              </a:ext>
            </a:extLst>
          </p:cNvPr>
          <p:cNvSpPr>
            <a:spLocks noGrp="1"/>
          </p:cNvSpPr>
          <p:nvPr>
            <p:ph idx="1"/>
          </p:nvPr>
        </p:nvSpPr>
        <p:spPr>
          <a:xfrm>
            <a:off x="678883" y="1341934"/>
            <a:ext cx="10834234" cy="4398066"/>
          </a:xfrm>
        </p:spPr>
        <p:txBody>
          <a:bodyPr/>
          <a:lstStyle/>
          <a:p>
            <a:r>
              <a:rPr lang="en-US" sz="2000" dirty="0">
                <a:latin typeface="+mn-lt"/>
              </a:rPr>
              <a:t>Performance depends on historical data quality</a:t>
            </a:r>
          </a:p>
          <a:p>
            <a:r>
              <a:rPr lang="en-US" sz="2000" dirty="0">
                <a:latin typeface="+mn-lt"/>
              </a:rPr>
              <a:t>New fraud patterns require retraining</a:t>
            </a:r>
          </a:p>
          <a:p>
            <a:r>
              <a:rPr lang="en-US" sz="2000" dirty="0">
                <a:latin typeface="+mn-lt"/>
              </a:rPr>
              <a:t>Risk of false positives affecting customer experience</a:t>
            </a:r>
          </a:p>
          <a:p>
            <a:r>
              <a:rPr lang="en-US" sz="2000" dirty="0">
                <a:latin typeface="+mn-lt"/>
              </a:rPr>
              <a:t>Requires continuous monitoring and updates</a:t>
            </a:r>
          </a:p>
          <a:p>
            <a:endParaRPr lang="en-IN" dirty="0"/>
          </a:p>
        </p:txBody>
      </p:sp>
    </p:spTree>
    <p:extLst>
      <p:ext uri="{BB962C8B-B14F-4D97-AF65-F5344CB8AC3E}">
        <p14:creationId xmlns:p14="http://schemas.microsoft.com/office/powerpoint/2010/main" val="656187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21E30-591E-E525-6526-1C6AC3891393}"/>
              </a:ext>
            </a:extLst>
          </p:cNvPr>
          <p:cNvSpPr>
            <a:spLocks noGrp="1"/>
          </p:cNvSpPr>
          <p:nvPr>
            <p:ph type="title"/>
          </p:nvPr>
        </p:nvSpPr>
        <p:spPr>
          <a:xfrm>
            <a:off x="678883" y="2771462"/>
            <a:ext cx="10834234" cy="1315076"/>
          </a:xfrm>
        </p:spPr>
        <p:txBody>
          <a:bodyPr>
            <a:normAutofit/>
          </a:bodyPr>
          <a:lstStyle/>
          <a:p>
            <a:pPr algn="ctr"/>
            <a:r>
              <a:rPr lang="en-US" sz="6000" dirty="0"/>
              <a:t>QUESTIONS?</a:t>
            </a:r>
          </a:p>
        </p:txBody>
      </p:sp>
    </p:spTree>
    <p:extLst>
      <p:ext uri="{BB962C8B-B14F-4D97-AF65-F5344CB8AC3E}">
        <p14:creationId xmlns:p14="http://schemas.microsoft.com/office/powerpoint/2010/main" val="3694677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2" fill="hold" grpId="1" nodeType="clickEffect">
                                  <p:stCondLst>
                                    <p:cond delay="0"/>
                                  </p:stCondLst>
                                  <p:childTnLst>
                                    <p:anim calcmode="lin" valueType="num">
                                      <p:cBhvr additive="base">
                                        <p:cTn id="12" dur="500"/>
                                        <p:tgtEl>
                                          <p:spTgt spid="2"/>
                                        </p:tgtEl>
                                        <p:attrNameLst>
                                          <p:attrName>ppt_x</p:attrName>
                                        </p:attrNameLst>
                                      </p:cBhvr>
                                      <p:tavLst>
                                        <p:tav tm="0">
                                          <p:val>
                                            <p:strVal val="ppt_x"/>
                                          </p:val>
                                        </p:tav>
                                        <p:tav tm="100000">
                                          <p:val>
                                            <p:strVal val="1+ppt_w/2"/>
                                          </p:val>
                                        </p:tav>
                                      </p:tavLst>
                                    </p:anim>
                                    <p:anim calcmode="lin" valueType="num">
                                      <p:cBhvr additive="base">
                                        <p:cTn id="13" dur="500"/>
                                        <p:tgtEl>
                                          <p:spTgt spid="2"/>
                                        </p:tgtEl>
                                        <p:attrNameLst>
                                          <p:attrName>ppt_y</p:attrName>
                                        </p:attrNameLst>
                                      </p:cBhvr>
                                      <p:tavLst>
                                        <p:tav tm="0">
                                          <p:val>
                                            <p:strVal val="ppt_y"/>
                                          </p:val>
                                        </p:tav>
                                        <p:tav tm="100000">
                                          <p:val>
                                            <p:strVal val="ppt_y"/>
                                          </p:val>
                                        </p:tav>
                                      </p:tavLst>
                                    </p:anim>
                                    <p:set>
                                      <p:cBhvr>
                                        <p:cTn id="14"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8180</TotalTime>
  <Words>904</Words>
  <Application>Microsoft Office PowerPoint</Application>
  <PresentationFormat>Widescreen</PresentationFormat>
  <Paragraphs>118</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Bookman Old Style</vt:lpstr>
      <vt:lpstr>Calibri</vt:lpstr>
      <vt:lpstr>BIA Template</vt:lpstr>
      <vt:lpstr>PowerPoint Presentation</vt:lpstr>
      <vt:lpstr>Introduction</vt:lpstr>
      <vt:lpstr>Problem Statement</vt:lpstr>
      <vt:lpstr>Motivation </vt:lpstr>
      <vt:lpstr>Dataset Overview</vt:lpstr>
      <vt:lpstr>EDA Key Findings</vt:lpstr>
      <vt:lpstr>Data Pre-processing</vt:lpstr>
      <vt:lpstr>Feature Engineering</vt:lpstr>
      <vt:lpstr>Model Development</vt:lpstr>
      <vt:lpstr>Best-Fit Model Selection   </vt:lpstr>
      <vt:lpstr>Model Evaluation: Performance Metrics</vt:lpstr>
      <vt:lpstr>Financial impact</vt:lpstr>
      <vt:lpstr>Key Insights &amp; Findings</vt:lpstr>
      <vt:lpstr>Limitations</vt:lpstr>
      <vt:lpstr>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kalyan varma</cp:lastModifiedBy>
  <cp:revision>2261</cp:revision>
  <dcterms:created xsi:type="dcterms:W3CDTF">2020-12-23T13:36:00Z</dcterms:created>
  <dcterms:modified xsi:type="dcterms:W3CDTF">2025-12-26T18:28:17Z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